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Relationship Id="rId102" Type="http://schemas.openxmlformats.org/officeDocument/2006/relationships/image" Target="../media/image101.png"/><Relationship Id="rId103" Type="http://schemas.openxmlformats.org/officeDocument/2006/relationships/image" Target="../media/image102.png"/><Relationship Id="rId104" Type="http://schemas.openxmlformats.org/officeDocument/2006/relationships/image" Target="../media/image103.png"/><Relationship Id="rId105" Type="http://schemas.openxmlformats.org/officeDocument/2006/relationships/image" Target="../media/image104.png"/><Relationship Id="rId106" Type="http://schemas.openxmlformats.org/officeDocument/2006/relationships/image" Target="../media/image105.png"/><Relationship Id="rId107" Type="http://schemas.openxmlformats.org/officeDocument/2006/relationships/image" Target="../media/image106.png"/><Relationship Id="rId108" Type="http://schemas.openxmlformats.org/officeDocument/2006/relationships/image" Target="../media/image107.png"/><Relationship Id="rId109" Type="http://schemas.openxmlformats.org/officeDocument/2006/relationships/image" Target="../media/image108.png"/><Relationship Id="rId110" Type="http://schemas.openxmlformats.org/officeDocument/2006/relationships/image" Target="../media/image109.png"/><Relationship Id="rId111" Type="http://schemas.openxmlformats.org/officeDocument/2006/relationships/image" Target="../media/image110.png"/><Relationship Id="rId112" Type="http://schemas.openxmlformats.org/officeDocument/2006/relationships/image" Target="../media/image111.png"/><Relationship Id="rId113" Type="http://schemas.openxmlformats.org/officeDocument/2006/relationships/image" Target="../media/image112.png"/><Relationship Id="rId114" Type="http://schemas.openxmlformats.org/officeDocument/2006/relationships/image" Target="../media/image113.png"/><Relationship Id="rId115" Type="http://schemas.openxmlformats.org/officeDocument/2006/relationships/image" Target="../media/image114.png"/><Relationship Id="rId116" Type="http://schemas.openxmlformats.org/officeDocument/2006/relationships/image" Target="../media/image115.png"/><Relationship Id="rId117" Type="http://schemas.openxmlformats.org/officeDocument/2006/relationships/image" Target="../media/image116.png"/><Relationship Id="rId118" Type="http://schemas.openxmlformats.org/officeDocument/2006/relationships/image" Target="../media/image117.png"/><Relationship Id="rId119" Type="http://schemas.openxmlformats.org/officeDocument/2006/relationships/image" Target="../media/image118.png"/><Relationship Id="rId120" Type="http://schemas.openxmlformats.org/officeDocument/2006/relationships/image" Target="../media/image119.png"/><Relationship Id="rId121" Type="http://schemas.openxmlformats.org/officeDocument/2006/relationships/image" Target="../media/image120.png"/><Relationship Id="rId122" Type="http://schemas.openxmlformats.org/officeDocument/2006/relationships/image" Target="../media/image121.png"/><Relationship Id="rId123" Type="http://schemas.openxmlformats.org/officeDocument/2006/relationships/image" Target="../media/image122.png"/><Relationship Id="rId124" Type="http://schemas.openxmlformats.org/officeDocument/2006/relationships/image" Target="../media/image123.png"/><Relationship Id="rId125" Type="http://schemas.openxmlformats.org/officeDocument/2006/relationships/image" Target="../media/image124.png"/><Relationship Id="rId126" Type="http://schemas.openxmlformats.org/officeDocument/2006/relationships/image" Target="../media/image125.png"/><Relationship Id="rId127" Type="http://schemas.openxmlformats.org/officeDocument/2006/relationships/image" Target="../media/image126.png"/><Relationship Id="rId128" Type="http://schemas.openxmlformats.org/officeDocument/2006/relationships/image" Target="../media/image127.png"/><Relationship Id="rId129" Type="http://schemas.openxmlformats.org/officeDocument/2006/relationships/image" Target="../media/image128.png"/><Relationship Id="rId130" Type="http://schemas.openxmlformats.org/officeDocument/2006/relationships/image" Target="../media/image129.png"/><Relationship Id="rId131" Type="http://schemas.openxmlformats.org/officeDocument/2006/relationships/image" Target="../media/image130.png"/><Relationship Id="rId132" Type="http://schemas.openxmlformats.org/officeDocument/2006/relationships/image" Target="../media/image131.png"/><Relationship Id="rId133" Type="http://schemas.openxmlformats.org/officeDocument/2006/relationships/image" Target="../media/image132.png"/><Relationship Id="rId134" Type="http://schemas.openxmlformats.org/officeDocument/2006/relationships/image" Target="../media/image133.png"/><Relationship Id="rId135" Type="http://schemas.openxmlformats.org/officeDocument/2006/relationships/image" Target="../media/image134.png"/><Relationship Id="rId136" Type="http://schemas.openxmlformats.org/officeDocument/2006/relationships/image" Target="../media/image135.png"/><Relationship Id="rId137" Type="http://schemas.openxmlformats.org/officeDocument/2006/relationships/image" Target="../media/image136.png"/><Relationship Id="rId138" Type="http://schemas.openxmlformats.org/officeDocument/2006/relationships/image" Target="../media/image137.png"/><Relationship Id="rId139" Type="http://schemas.openxmlformats.org/officeDocument/2006/relationships/image" Target="../media/image138.png"/><Relationship Id="rId140" Type="http://schemas.openxmlformats.org/officeDocument/2006/relationships/image" Target="../media/image139.png"/><Relationship Id="rId141" Type="http://schemas.openxmlformats.org/officeDocument/2006/relationships/image" Target="../media/image140.png"/><Relationship Id="rId142" Type="http://schemas.openxmlformats.org/officeDocument/2006/relationships/image" Target="../media/image141.png"/><Relationship Id="rId143" Type="http://schemas.openxmlformats.org/officeDocument/2006/relationships/image" Target="../media/image142.png"/><Relationship Id="rId144" Type="http://schemas.openxmlformats.org/officeDocument/2006/relationships/image" Target="../media/image143.png"/><Relationship Id="rId145" Type="http://schemas.openxmlformats.org/officeDocument/2006/relationships/image" Target="../media/image144.png"/><Relationship Id="rId146" Type="http://schemas.openxmlformats.org/officeDocument/2006/relationships/image" Target="../media/image145.png"/><Relationship Id="rId147" Type="http://schemas.openxmlformats.org/officeDocument/2006/relationships/image" Target="../media/image146.png"/><Relationship Id="rId148" Type="http://schemas.openxmlformats.org/officeDocument/2006/relationships/image" Target="../media/image147.png"/><Relationship Id="rId149" Type="http://schemas.openxmlformats.org/officeDocument/2006/relationships/image" Target="../media/image148.png"/><Relationship Id="rId150" Type="http://schemas.openxmlformats.org/officeDocument/2006/relationships/image" Target="../media/image149.png"/><Relationship Id="rId151" Type="http://schemas.openxmlformats.org/officeDocument/2006/relationships/image" Target="../media/image150.png"/><Relationship Id="rId152" Type="http://schemas.openxmlformats.org/officeDocument/2006/relationships/image" Target="../media/image151.png"/><Relationship Id="rId153" Type="http://schemas.openxmlformats.org/officeDocument/2006/relationships/image" Target="../media/image152.png"/><Relationship Id="rId154" Type="http://schemas.openxmlformats.org/officeDocument/2006/relationships/image" Target="../media/image153.png"/><Relationship Id="rId155" Type="http://schemas.openxmlformats.org/officeDocument/2006/relationships/image" Target="../media/image154.png"/><Relationship Id="rId156" Type="http://schemas.openxmlformats.org/officeDocument/2006/relationships/image" Target="../media/image155.png"/><Relationship Id="rId157" Type="http://schemas.openxmlformats.org/officeDocument/2006/relationships/image" Target="../media/image156.png"/><Relationship Id="rId158" Type="http://schemas.openxmlformats.org/officeDocument/2006/relationships/image" Target="../media/image157.png"/><Relationship Id="rId159" Type="http://schemas.openxmlformats.org/officeDocument/2006/relationships/image" Target="../media/image158.png"/><Relationship Id="rId160" Type="http://schemas.openxmlformats.org/officeDocument/2006/relationships/image" Target="../media/image159.png"/><Relationship Id="rId161" Type="http://schemas.openxmlformats.org/officeDocument/2006/relationships/image" Target="../media/image160.png"/><Relationship Id="rId162" Type="http://schemas.openxmlformats.org/officeDocument/2006/relationships/image" Target="../media/image161.png"/><Relationship Id="rId163" Type="http://schemas.openxmlformats.org/officeDocument/2006/relationships/image" Target="../media/image162.png"/><Relationship Id="rId164" Type="http://schemas.openxmlformats.org/officeDocument/2006/relationships/image" Target="../media/image163.png"/><Relationship Id="rId165" Type="http://schemas.openxmlformats.org/officeDocument/2006/relationships/image" Target="../media/image164.png"/><Relationship Id="rId166" Type="http://schemas.openxmlformats.org/officeDocument/2006/relationships/image" Target="../media/image165.png"/><Relationship Id="rId167" Type="http://schemas.openxmlformats.org/officeDocument/2006/relationships/image" Target="../media/image166.png"/><Relationship Id="rId168" Type="http://schemas.openxmlformats.org/officeDocument/2006/relationships/image" Target="../media/image167.png"/><Relationship Id="rId169" Type="http://schemas.openxmlformats.org/officeDocument/2006/relationships/image" Target="../media/image168.png"/><Relationship Id="rId170" Type="http://schemas.openxmlformats.org/officeDocument/2006/relationships/image" Target="../media/image169.png"/><Relationship Id="rId171" Type="http://schemas.openxmlformats.org/officeDocument/2006/relationships/image" Target="../media/image170.png"/><Relationship Id="rId172" Type="http://schemas.openxmlformats.org/officeDocument/2006/relationships/image" Target="../media/image171.png"/><Relationship Id="rId173" Type="http://schemas.openxmlformats.org/officeDocument/2006/relationships/image" Target="../media/image172.png"/><Relationship Id="rId174" Type="http://schemas.openxmlformats.org/officeDocument/2006/relationships/image" Target="../media/image173.png"/><Relationship Id="rId175" Type="http://schemas.openxmlformats.org/officeDocument/2006/relationships/image" Target="../media/image174.png"/><Relationship Id="rId176" Type="http://schemas.openxmlformats.org/officeDocument/2006/relationships/image" Target="../media/image175.png"/><Relationship Id="rId177" Type="http://schemas.openxmlformats.org/officeDocument/2006/relationships/image" Target="../media/image176.png"/><Relationship Id="rId178" Type="http://schemas.openxmlformats.org/officeDocument/2006/relationships/image" Target="../media/image177.png"/><Relationship Id="rId179" Type="http://schemas.openxmlformats.org/officeDocument/2006/relationships/image" Target="../media/image178.png"/><Relationship Id="rId180" Type="http://schemas.openxmlformats.org/officeDocument/2006/relationships/image" Target="../media/image179.png"/><Relationship Id="rId181" Type="http://schemas.openxmlformats.org/officeDocument/2006/relationships/image" Target="../media/image180.png"/><Relationship Id="rId182" Type="http://schemas.openxmlformats.org/officeDocument/2006/relationships/image" Target="../media/image181.png"/><Relationship Id="rId183" Type="http://schemas.openxmlformats.org/officeDocument/2006/relationships/image" Target="../media/image182.png"/><Relationship Id="rId184" Type="http://schemas.openxmlformats.org/officeDocument/2006/relationships/image" Target="../media/image183.png"/><Relationship Id="rId185" Type="http://schemas.openxmlformats.org/officeDocument/2006/relationships/image" Target="../media/image184.png"/><Relationship Id="rId186" Type="http://schemas.openxmlformats.org/officeDocument/2006/relationships/image" Target="../media/image185.png"/><Relationship Id="rId187" Type="http://schemas.openxmlformats.org/officeDocument/2006/relationships/image" Target="../media/image18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6.png"/><Relationship Id="rId21" Type="http://schemas.openxmlformats.org/officeDocument/2006/relationships/image" Target="../media/image41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5.png"/><Relationship Id="rId30" Type="http://schemas.openxmlformats.org/officeDocument/2006/relationships/image" Target="../media/image56.png"/><Relationship Id="rId31" Type="http://schemas.openxmlformats.org/officeDocument/2006/relationships/image" Target="../media/image58.png"/><Relationship Id="rId32" Type="http://schemas.openxmlformats.org/officeDocument/2006/relationships/image" Target="../media/image59.png"/><Relationship Id="rId33" Type="http://schemas.openxmlformats.org/officeDocument/2006/relationships/image" Target="../media/image60.png"/><Relationship Id="rId34" Type="http://schemas.openxmlformats.org/officeDocument/2006/relationships/image" Target="../media/image61.png"/><Relationship Id="rId35" Type="http://schemas.openxmlformats.org/officeDocument/2006/relationships/image" Target="../media/image62.png"/><Relationship Id="rId36" Type="http://schemas.openxmlformats.org/officeDocument/2006/relationships/image" Target="../media/image63.png"/><Relationship Id="rId37" Type="http://schemas.openxmlformats.org/officeDocument/2006/relationships/image" Target="../media/image64.png"/><Relationship Id="rId38" Type="http://schemas.openxmlformats.org/officeDocument/2006/relationships/image" Target="../media/image65.png"/><Relationship Id="rId39" Type="http://schemas.openxmlformats.org/officeDocument/2006/relationships/image" Target="../media/image67.png"/><Relationship Id="rId40" Type="http://schemas.openxmlformats.org/officeDocument/2006/relationships/image" Target="../media/image72.png"/><Relationship Id="rId41" Type="http://schemas.openxmlformats.org/officeDocument/2006/relationships/image" Target="../media/image73.png"/><Relationship Id="rId42" Type="http://schemas.openxmlformats.org/officeDocument/2006/relationships/image" Target="../media/image74.png"/><Relationship Id="rId43" Type="http://schemas.openxmlformats.org/officeDocument/2006/relationships/image" Target="../media/image75.png"/><Relationship Id="rId44" Type="http://schemas.openxmlformats.org/officeDocument/2006/relationships/image" Target="../media/image76.png"/><Relationship Id="rId45" Type="http://schemas.openxmlformats.org/officeDocument/2006/relationships/image" Target="../media/image77.png"/><Relationship Id="rId46" Type="http://schemas.openxmlformats.org/officeDocument/2006/relationships/image" Target="../media/image78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81.png"/><Relationship Id="rId50" Type="http://schemas.openxmlformats.org/officeDocument/2006/relationships/image" Target="../media/image83.png"/><Relationship Id="rId51" Type="http://schemas.openxmlformats.org/officeDocument/2006/relationships/image" Target="../media/image84.png"/><Relationship Id="rId52" Type="http://schemas.openxmlformats.org/officeDocument/2006/relationships/image" Target="../media/image85.png"/><Relationship Id="rId53" Type="http://schemas.openxmlformats.org/officeDocument/2006/relationships/image" Target="../media/image87.png"/><Relationship Id="rId54" Type="http://schemas.openxmlformats.org/officeDocument/2006/relationships/image" Target="../media/image88.png"/><Relationship Id="rId55" Type="http://schemas.openxmlformats.org/officeDocument/2006/relationships/image" Target="../media/image89.png"/><Relationship Id="rId56" Type="http://schemas.openxmlformats.org/officeDocument/2006/relationships/image" Target="../media/image90.png"/><Relationship Id="rId57" Type="http://schemas.openxmlformats.org/officeDocument/2006/relationships/image" Target="../media/image92.png"/><Relationship Id="rId58" Type="http://schemas.openxmlformats.org/officeDocument/2006/relationships/image" Target="../media/image93.png"/><Relationship Id="rId59" Type="http://schemas.openxmlformats.org/officeDocument/2006/relationships/image" Target="../media/image95.png"/><Relationship Id="rId60" Type="http://schemas.openxmlformats.org/officeDocument/2006/relationships/image" Target="../media/image101.png"/><Relationship Id="rId61" Type="http://schemas.openxmlformats.org/officeDocument/2006/relationships/image" Target="../media/image103.png"/><Relationship Id="rId62" Type="http://schemas.openxmlformats.org/officeDocument/2006/relationships/image" Target="../media/image108.png"/><Relationship Id="rId63" Type="http://schemas.openxmlformats.org/officeDocument/2006/relationships/image" Target="../media/image113.png"/><Relationship Id="rId64" Type="http://schemas.openxmlformats.org/officeDocument/2006/relationships/image" Target="../media/image114.png"/><Relationship Id="rId65" Type="http://schemas.openxmlformats.org/officeDocument/2006/relationships/image" Target="../media/image115.png"/><Relationship Id="rId66" Type="http://schemas.openxmlformats.org/officeDocument/2006/relationships/image" Target="../media/image116.png"/><Relationship Id="rId67" Type="http://schemas.openxmlformats.org/officeDocument/2006/relationships/image" Target="../media/image119.png"/><Relationship Id="rId68" Type="http://schemas.openxmlformats.org/officeDocument/2006/relationships/image" Target="../media/image121.png"/><Relationship Id="rId69" Type="http://schemas.openxmlformats.org/officeDocument/2006/relationships/image" Target="../media/image122.png"/><Relationship Id="rId70" Type="http://schemas.openxmlformats.org/officeDocument/2006/relationships/image" Target="../media/image123.png"/><Relationship Id="rId71" Type="http://schemas.openxmlformats.org/officeDocument/2006/relationships/image" Target="../media/image124.png"/><Relationship Id="rId72" Type="http://schemas.openxmlformats.org/officeDocument/2006/relationships/image" Target="../media/image125.png"/><Relationship Id="rId73" Type="http://schemas.openxmlformats.org/officeDocument/2006/relationships/image" Target="../media/image126.png"/><Relationship Id="rId74" Type="http://schemas.openxmlformats.org/officeDocument/2006/relationships/image" Target="../media/image127.png"/><Relationship Id="rId75" Type="http://schemas.openxmlformats.org/officeDocument/2006/relationships/image" Target="../media/image128.png"/><Relationship Id="rId76" Type="http://schemas.openxmlformats.org/officeDocument/2006/relationships/image" Target="../media/image129.png"/><Relationship Id="rId77" Type="http://schemas.openxmlformats.org/officeDocument/2006/relationships/image" Target="../media/image130.png"/><Relationship Id="rId78" Type="http://schemas.openxmlformats.org/officeDocument/2006/relationships/image" Target="../media/image131.png"/><Relationship Id="rId79" Type="http://schemas.openxmlformats.org/officeDocument/2006/relationships/image" Target="../media/image132.png"/><Relationship Id="rId80" Type="http://schemas.openxmlformats.org/officeDocument/2006/relationships/image" Target="../media/image134.png"/><Relationship Id="rId81" Type="http://schemas.openxmlformats.org/officeDocument/2006/relationships/image" Target="../media/image135.png"/><Relationship Id="rId82" Type="http://schemas.openxmlformats.org/officeDocument/2006/relationships/image" Target="../media/image139.png"/><Relationship Id="rId83" Type="http://schemas.openxmlformats.org/officeDocument/2006/relationships/image" Target="../media/image187.png"/><Relationship Id="rId84" Type="http://schemas.openxmlformats.org/officeDocument/2006/relationships/image" Target="../media/image140.png"/><Relationship Id="rId85" Type="http://schemas.openxmlformats.org/officeDocument/2006/relationships/image" Target="../media/image142.png"/><Relationship Id="rId86" Type="http://schemas.openxmlformats.org/officeDocument/2006/relationships/image" Target="../media/image143.png"/><Relationship Id="rId87" Type="http://schemas.openxmlformats.org/officeDocument/2006/relationships/image" Target="../media/image144.png"/><Relationship Id="rId88" Type="http://schemas.openxmlformats.org/officeDocument/2006/relationships/image" Target="../media/image150.png"/><Relationship Id="rId89" Type="http://schemas.openxmlformats.org/officeDocument/2006/relationships/image" Target="../media/image152.png"/><Relationship Id="rId90" Type="http://schemas.openxmlformats.org/officeDocument/2006/relationships/image" Target="../media/image153.png"/><Relationship Id="rId91" Type="http://schemas.openxmlformats.org/officeDocument/2006/relationships/image" Target="../media/image154.png"/><Relationship Id="rId92" Type="http://schemas.openxmlformats.org/officeDocument/2006/relationships/image" Target="../media/image155.png"/><Relationship Id="rId93" Type="http://schemas.openxmlformats.org/officeDocument/2006/relationships/image" Target="../media/image158.png"/><Relationship Id="rId94" Type="http://schemas.openxmlformats.org/officeDocument/2006/relationships/image" Target="../media/image159.png"/><Relationship Id="rId95" Type="http://schemas.openxmlformats.org/officeDocument/2006/relationships/image" Target="../media/image161.png"/><Relationship Id="rId96" Type="http://schemas.openxmlformats.org/officeDocument/2006/relationships/image" Target="../media/image162.png"/><Relationship Id="rId97" Type="http://schemas.openxmlformats.org/officeDocument/2006/relationships/image" Target="../media/image163.png"/><Relationship Id="rId98" Type="http://schemas.openxmlformats.org/officeDocument/2006/relationships/image" Target="../media/image164.png"/><Relationship Id="rId99" Type="http://schemas.openxmlformats.org/officeDocument/2006/relationships/image" Target="../media/image165.png"/><Relationship Id="rId100" Type="http://schemas.openxmlformats.org/officeDocument/2006/relationships/image" Target="../media/image166.png"/><Relationship Id="rId101" Type="http://schemas.openxmlformats.org/officeDocument/2006/relationships/image" Target="../media/image167.png"/><Relationship Id="rId102" Type="http://schemas.openxmlformats.org/officeDocument/2006/relationships/image" Target="../media/image168.png"/><Relationship Id="rId103" Type="http://schemas.openxmlformats.org/officeDocument/2006/relationships/image" Target="../media/image169.png"/><Relationship Id="rId104" Type="http://schemas.openxmlformats.org/officeDocument/2006/relationships/image" Target="../media/image171.png"/><Relationship Id="rId105" Type="http://schemas.openxmlformats.org/officeDocument/2006/relationships/image" Target="../media/image172.png"/><Relationship Id="rId106" Type="http://schemas.openxmlformats.org/officeDocument/2006/relationships/image" Target="../media/image173.png"/><Relationship Id="rId107" Type="http://schemas.openxmlformats.org/officeDocument/2006/relationships/image" Target="../media/image174.png"/><Relationship Id="rId108" Type="http://schemas.openxmlformats.org/officeDocument/2006/relationships/image" Target="../media/image175.png"/><Relationship Id="rId109" Type="http://schemas.openxmlformats.org/officeDocument/2006/relationships/image" Target="../media/image177.png"/><Relationship Id="rId110" Type="http://schemas.openxmlformats.org/officeDocument/2006/relationships/image" Target="../media/image179.png"/><Relationship Id="rId111" Type="http://schemas.openxmlformats.org/officeDocument/2006/relationships/image" Target="../media/image183.png"/><Relationship Id="rId112" Type="http://schemas.openxmlformats.org/officeDocument/2006/relationships/image" Target="../media/image184.png"/><Relationship Id="rId113" Type="http://schemas.openxmlformats.org/officeDocument/2006/relationships/image" Target="../media/image18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9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6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6.png"/><Relationship Id="rId23" Type="http://schemas.openxmlformats.org/officeDocument/2006/relationships/image" Target="../media/image48.png"/><Relationship Id="rId24" Type="http://schemas.openxmlformats.org/officeDocument/2006/relationships/image" Target="../media/image49.png"/><Relationship Id="rId25" Type="http://schemas.openxmlformats.org/officeDocument/2006/relationships/image" Target="../media/image50.png"/><Relationship Id="rId26" Type="http://schemas.openxmlformats.org/officeDocument/2006/relationships/image" Target="../media/image55.png"/><Relationship Id="rId27" Type="http://schemas.openxmlformats.org/officeDocument/2006/relationships/image" Target="../media/image58.png"/><Relationship Id="rId28" Type="http://schemas.openxmlformats.org/officeDocument/2006/relationships/image" Target="../media/image59.png"/><Relationship Id="rId29" Type="http://schemas.openxmlformats.org/officeDocument/2006/relationships/image" Target="../media/image60.png"/><Relationship Id="rId30" Type="http://schemas.openxmlformats.org/officeDocument/2006/relationships/image" Target="../media/image61.png"/><Relationship Id="rId31" Type="http://schemas.openxmlformats.org/officeDocument/2006/relationships/image" Target="../media/image62.png"/><Relationship Id="rId32" Type="http://schemas.openxmlformats.org/officeDocument/2006/relationships/image" Target="../media/image63.png"/><Relationship Id="rId33" Type="http://schemas.openxmlformats.org/officeDocument/2006/relationships/image" Target="../media/image64.png"/><Relationship Id="rId34" Type="http://schemas.openxmlformats.org/officeDocument/2006/relationships/image" Target="../media/image65.png"/><Relationship Id="rId35" Type="http://schemas.openxmlformats.org/officeDocument/2006/relationships/image" Target="../media/image67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74.png"/><Relationship Id="rId39" Type="http://schemas.openxmlformats.org/officeDocument/2006/relationships/image" Target="../media/image76.png"/><Relationship Id="rId40" Type="http://schemas.openxmlformats.org/officeDocument/2006/relationships/image" Target="../media/image77.png"/><Relationship Id="rId41" Type="http://schemas.openxmlformats.org/officeDocument/2006/relationships/image" Target="../media/image78.png"/><Relationship Id="rId42" Type="http://schemas.openxmlformats.org/officeDocument/2006/relationships/image" Target="../media/image79.png"/><Relationship Id="rId43" Type="http://schemas.openxmlformats.org/officeDocument/2006/relationships/image" Target="../media/image80.png"/><Relationship Id="rId44" Type="http://schemas.openxmlformats.org/officeDocument/2006/relationships/image" Target="../media/image81.png"/><Relationship Id="rId45" Type="http://schemas.openxmlformats.org/officeDocument/2006/relationships/image" Target="../media/image83.png"/><Relationship Id="rId46" Type="http://schemas.openxmlformats.org/officeDocument/2006/relationships/image" Target="../media/image84.png"/><Relationship Id="rId47" Type="http://schemas.openxmlformats.org/officeDocument/2006/relationships/image" Target="../media/image85.png"/><Relationship Id="rId48" Type="http://schemas.openxmlformats.org/officeDocument/2006/relationships/image" Target="../media/image88.png"/><Relationship Id="rId49" Type="http://schemas.openxmlformats.org/officeDocument/2006/relationships/image" Target="../media/image89.png"/><Relationship Id="rId50" Type="http://schemas.openxmlformats.org/officeDocument/2006/relationships/image" Target="../media/image90.png"/><Relationship Id="rId51" Type="http://schemas.openxmlformats.org/officeDocument/2006/relationships/image" Target="../media/image92.png"/><Relationship Id="rId52" Type="http://schemas.openxmlformats.org/officeDocument/2006/relationships/image" Target="../media/image93.png"/><Relationship Id="rId53" Type="http://schemas.openxmlformats.org/officeDocument/2006/relationships/image" Target="../media/image95.png"/><Relationship Id="rId54" Type="http://schemas.openxmlformats.org/officeDocument/2006/relationships/image" Target="../media/image101.png"/><Relationship Id="rId55" Type="http://schemas.openxmlformats.org/officeDocument/2006/relationships/image" Target="../media/image103.png"/><Relationship Id="rId56" Type="http://schemas.openxmlformats.org/officeDocument/2006/relationships/image" Target="../media/image169.png"/><Relationship Id="rId57" Type="http://schemas.openxmlformats.org/officeDocument/2006/relationships/image" Target="../media/image188.png"/><Relationship Id="rId58" Type="http://schemas.openxmlformats.org/officeDocument/2006/relationships/image" Target="../media/image108.png"/><Relationship Id="rId59" Type="http://schemas.openxmlformats.org/officeDocument/2006/relationships/image" Target="../media/image113.png"/><Relationship Id="rId60" Type="http://schemas.openxmlformats.org/officeDocument/2006/relationships/image" Target="../media/image114.png"/><Relationship Id="rId61" Type="http://schemas.openxmlformats.org/officeDocument/2006/relationships/image" Target="../media/image115.png"/><Relationship Id="rId62" Type="http://schemas.openxmlformats.org/officeDocument/2006/relationships/image" Target="../media/image116.png"/><Relationship Id="rId63" Type="http://schemas.openxmlformats.org/officeDocument/2006/relationships/image" Target="../media/image118.png"/><Relationship Id="rId64" Type="http://schemas.openxmlformats.org/officeDocument/2006/relationships/image" Target="../media/image119.png"/><Relationship Id="rId65" Type="http://schemas.openxmlformats.org/officeDocument/2006/relationships/image" Target="../media/image121.png"/><Relationship Id="rId66" Type="http://schemas.openxmlformats.org/officeDocument/2006/relationships/image" Target="../media/image122.png"/><Relationship Id="rId67" Type="http://schemas.openxmlformats.org/officeDocument/2006/relationships/image" Target="../media/image123.png"/><Relationship Id="rId68" Type="http://schemas.openxmlformats.org/officeDocument/2006/relationships/image" Target="../media/image124.png"/><Relationship Id="rId69" Type="http://schemas.openxmlformats.org/officeDocument/2006/relationships/image" Target="../media/image125.png"/><Relationship Id="rId70" Type="http://schemas.openxmlformats.org/officeDocument/2006/relationships/image" Target="../media/image126.png"/><Relationship Id="rId71" Type="http://schemas.openxmlformats.org/officeDocument/2006/relationships/image" Target="../media/image127.png"/><Relationship Id="rId72" Type="http://schemas.openxmlformats.org/officeDocument/2006/relationships/image" Target="../media/image128.png"/><Relationship Id="rId73" Type="http://schemas.openxmlformats.org/officeDocument/2006/relationships/image" Target="../media/image129.png"/><Relationship Id="rId74" Type="http://schemas.openxmlformats.org/officeDocument/2006/relationships/image" Target="../media/image130.png"/><Relationship Id="rId75" Type="http://schemas.openxmlformats.org/officeDocument/2006/relationships/image" Target="../media/image131.png"/><Relationship Id="rId76" Type="http://schemas.openxmlformats.org/officeDocument/2006/relationships/image" Target="../media/image132.png"/><Relationship Id="rId77" Type="http://schemas.openxmlformats.org/officeDocument/2006/relationships/image" Target="../media/image133.png"/><Relationship Id="rId78" Type="http://schemas.openxmlformats.org/officeDocument/2006/relationships/image" Target="../media/image134.png"/><Relationship Id="rId79" Type="http://schemas.openxmlformats.org/officeDocument/2006/relationships/image" Target="../media/image135.png"/><Relationship Id="rId80" Type="http://schemas.openxmlformats.org/officeDocument/2006/relationships/image" Target="../media/image139.png"/><Relationship Id="rId81" Type="http://schemas.openxmlformats.org/officeDocument/2006/relationships/image" Target="../media/image140.png"/><Relationship Id="rId82" Type="http://schemas.openxmlformats.org/officeDocument/2006/relationships/image" Target="../media/image142.png"/><Relationship Id="rId83" Type="http://schemas.openxmlformats.org/officeDocument/2006/relationships/image" Target="../media/image143.png"/><Relationship Id="rId84" Type="http://schemas.openxmlformats.org/officeDocument/2006/relationships/image" Target="../media/image144.png"/><Relationship Id="rId85" Type="http://schemas.openxmlformats.org/officeDocument/2006/relationships/image" Target="../media/image150.png"/><Relationship Id="rId86" Type="http://schemas.openxmlformats.org/officeDocument/2006/relationships/image" Target="../media/image152.png"/><Relationship Id="rId87" Type="http://schemas.openxmlformats.org/officeDocument/2006/relationships/image" Target="../media/image153.png"/><Relationship Id="rId88" Type="http://schemas.openxmlformats.org/officeDocument/2006/relationships/image" Target="../media/image154.png"/><Relationship Id="rId89" Type="http://schemas.openxmlformats.org/officeDocument/2006/relationships/image" Target="../media/image155.png"/><Relationship Id="rId90" Type="http://schemas.openxmlformats.org/officeDocument/2006/relationships/image" Target="../media/image158.png"/><Relationship Id="rId91" Type="http://schemas.openxmlformats.org/officeDocument/2006/relationships/image" Target="../media/image161.png"/><Relationship Id="rId92" Type="http://schemas.openxmlformats.org/officeDocument/2006/relationships/image" Target="../media/image162.png"/><Relationship Id="rId93" Type="http://schemas.openxmlformats.org/officeDocument/2006/relationships/image" Target="../media/image163.png"/><Relationship Id="rId94" Type="http://schemas.openxmlformats.org/officeDocument/2006/relationships/image" Target="../media/image164.png"/><Relationship Id="rId95" Type="http://schemas.openxmlformats.org/officeDocument/2006/relationships/image" Target="../media/image165.png"/><Relationship Id="rId96" Type="http://schemas.openxmlformats.org/officeDocument/2006/relationships/image" Target="../media/image166.png"/><Relationship Id="rId97" Type="http://schemas.openxmlformats.org/officeDocument/2006/relationships/image" Target="../media/image167.png"/><Relationship Id="rId98" Type="http://schemas.openxmlformats.org/officeDocument/2006/relationships/image" Target="../media/image168.png"/><Relationship Id="rId99" Type="http://schemas.openxmlformats.org/officeDocument/2006/relationships/image" Target="../media/image170.png"/><Relationship Id="rId100" Type="http://schemas.openxmlformats.org/officeDocument/2006/relationships/image" Target="../media/image171.png"/><Relationship Id="rId101" Type="http://schemas.openxmlformats.org/officeDocument/2006/relationships/image" Target="../media/image172.png"/><Relationship Id="rId102" Type="http://schemas.openxmlformats.org/officeDocument/2006/relationships/image" Target="../media/image173.png"/><Relationship Id="rId103" Type="http://schemas.openxmlformats.org/officeDocument/2006/relationships/image" Target="../media/image174.png"/><Relationship Id="rId104" Type="http://schemas.openxmlformats.org/officeDocument/2006/relationships/image" Target="../media/image175.png"/><Relationship Id="rId105" Type="http://schemas.openxmlformats.org/officeDocument/2006/relationships/image" Target="../media/image176.png"/><Relationship Id="rId106" Type="http://schemas.openxmlformats.org/officeDocument/2006/relationships/image" Target="../media/image177.png"/><Relationship Id="rId107" Type="http://schemas.openxmlformats.org/officeDocument/2006/relationships/image" Target="../media/image179.png"/><Relationship Id="rId108" Type="http://schemas.openxmlformats.org/officeDocument/2006/relationships/image" Target="../media/image181.png"/><Relationship Id="rId109" Type="http://schemas.openxmlformats.org/officeDocument/2006/relationships/image" Target="../media/image183.png"/><Relationship Id="rId110" Type="http://schemas.openxmlformats.org/officeDocument/2006/relationships/image" Target="../media/image184.png"/><Relationship Id="rId111" Type="http://schemas.openxmlformats.org/officeDocument/2006/relationships/image" Target="../media/image1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6035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Power Platform connectors available in GCC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146304"/>
            <a:ext cx="23774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CADCFC"/>
                </a:solidFill>
                <a:latin typeface="Aptos"/>
              </a:rPr>
              <a:t>Total connectors: 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5303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CADCFC"/>
                </a:solidFill>
                <a:latin typeface="Aptos"/>
              </a:rPr>
              <a:t>Microsoft Learn connector reference | Duplicate product logos shown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028090"/>
                </a:solidFill>
                <a:latin typeface="Aptos"/>
              </a:rPr>
              <a:t>STANDARD</a:t>
            </a:r>
          </a:p>
        </p:txBody>
      </p:sp>
      <p:pic>
        <p:nvPicPr>
          <p:cNvPr id="8" name="Picture 7" descr="b21f0c4bc207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4" y="1298448"/>
            <a:ext cx="268605" cy="268605"/>
          </a:xfrm>
          <a:prstGeom prst="rect">
            <a:avLst/>
          </a:prstGeom>
        </p:spPr>
      </p:pic>
      <p:pic>
        <p:nvPicPr>
          <p:cNvPr id="9" name="Picture 8" descr="941f204618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3" y="1298448"/>
            <a:ext cx="268605" cy="268605"/>
          </a:xfrm>
          <a:prstGeom prst="rect">
            <a:avLst/>
          </a:prstGeom>
        </p:spPr>
      </p:pic>
      <p:pic>
        <p:nvPicPr>
          <p:cNvPr id="10" name="Picture 9" descr="717c9a2bda7f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302" y="1298448"/>
            <a:ext cx="268605" cy="268605"/>
          </a:xfrm>
          <a:prstGeom prst="rect">
            <a:avLst/>
          </a:prstGeom>
        </p:spPr>
      </p:pic>
      <p:pic>
        <p:nvPicPr>
          <p:cNvPr id="11" name="Picture 10" descr="996ca90749d5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911" y="1298448"/>
            <a:ext cx="268605" cy="268605"/>
          </a:xfrm>
          <a:prstGeom prst="rect">
            <a:avLst/>
          </a:prstGeom>
        </p:spPr>
      </p:pic>
      <p:pic>
        <p:nvPicPr>
          <p:cNvPr id="12" name="Picture 11" descr="898223ce9371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520" y="1298448"/>
            <a:ext cx="268605" cy="268605"/>
          </a:xfrm>
          <a:prstGeom prst="rect">
            <a:avLst/>
          </a:prstGeom>
        </p:spPr>
      </p:pic>
      <p:pic>
        <p:nvPicPr>
          <p:cNvPr id="13" name="Picture 12" descr="b18a5337e3d7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3129" y="1298448"/>
            <a:ext cx="268605" cy="268605"/>
          </a:xfrm>
          <a:prstGeom prst="rect">
            <a:avLst/>
          </a:prstGeom>
        </p:spPr>
      </p:pic>
      <p:pic>
        <p:nvPicPr>
          <p:cNvPr id="14" name="Picture 13" descr="9ce74f540d7a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3738" y="1298448"/>
            <a:ext cx="268605" cy="268605"/>
          </a:xfrm>
          <a:prstGeom prst="rect">
            <a:avLst/>
          </a:prstGeom>
        </p:spPr>
      </p:pic>
      <p:pic>
        <p:nvPicPr>
          <p:cNvPr id="15" name="Picture 14" descr="747b6b5058c03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4347" y="1298448"/>
            <a:ext cx="268605" cy="268605"/>
          </a:xfrm>
          <a:prstGeom prst="rect">
            <a:avLst/>
          </a:prstGeom>
        </p:spPr>
      </p:pic>
      <p:pic>
        <p:nvPicPr>
          <p:cNvPr id="16" name="Picture 15" descr="f1906ca5da4c5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4956" y="1298448"/>
            <a:ext cx="268605" cy="268605"/>
          </a:xfrm>
          <a:prstGeom prst="rect">
            <a:avLst/>
          </a:prstGeom>
        </p:spPr>
      </p:pic>
      <p:pic>
        <p:nvPicPr>
          <p:cNvPr id="17" name="Picture 16" descr="bcb54d18915e7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5565" y="1298448"/>
            <a:ext cx="268605" cy="268605"/>
          </a:xfrm>
          <a:prstGeom prst="rect">
            <a:avLst/>
          </a:prstGeom>
        </p:spPr>
      </p:pic>
      <p:pic>
        <p:nvPicPr>
          <p:cNvPr id="18" name="Picture 17" descr="1b199929a5322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6174" y="1298448"/>
            <a:ext cx="268605" cy="268605"/>
          </a:xfrm>
          <a:prstGeom prst="rect">
            <a:avLst/>
          </a:prstGeom>
        </p:spPr>
      </p:pic>
      <p:pic>
        <p:nvPicPr>
          <p:cNvPr id="19" name="Picture 18" descr="aa92cb5915fa9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3" y="1298448"/>
            <a:ext cx="268605" cy="268605"/>
          </a:xfrm>
          <a:prstGeom prst="rect">
            <a:avLst/>
          </a:prstGeom>
        </p:spPr>
      </p:pic>
      <p:pic>
        <p:nvPicPr>
          <p:cNvPr id="20" name="Picture 19" descr="84a9c43f4703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7393" y="1298448"/>
            <a:ext cx="268605" cy="268605"/>
          </a:xfrm>
          <a:prstGeom prst="rect">
            <a:avLst/>
          </a:prstGeom>
        </p:spPr>
      </p:pic>
      <p:pic>
        <p:nvPicPr>
          <p:cNvPr id="21" name="Picture 20" descr="09d8098a5627b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8001" y="1298448"/>
            <a:ext cx="268605" cy="268605"/>
          </a:xfrm>
          <a:prstGeom prst="rect">
            <a:avLst/>
          </a:prstGeom>
        </p:spPr>
      </p:pic>
      <p:pic>
        <p:nvPicPr>
          <p:cNvPr id="22" name="Picture 21" descr="0500dfae49523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8611" y="1298448"/>
            <a:ext cx="268605" cy="268605"/>
          </a:xfrm>
          <a:prstGeom prst="rect">
            <a:avLst/>
          </a:prstGeom>
        </p:spPr>
      </p:pic>
      <p:pic>
        <p:nvPicPr>
          <p:cNvPr id="23" name="Picture 22" descr="5832d2a314c03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89219" y="1298448"/>
            <a:ext cx="268605" cy="268605"/>
          </a:xfrm>
          <a:prstGeom prst="rect">
            <a:avLst/>
          </a:prstGeom>
        </p:spPr>
      </p:pic>
      <p:pic>
        <p:nvPicPr>
          <p:cNvPr id="24" name="Picture 23" descr="9bc8f43d654c3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9828" y="1298448"/>
            <a:ext cx="268605" cy="268605"/>
          </a:xfrm>
          <a:prstGeom prst="rect">
            <a:avLst/>
          </a:prstGeom>
        </p:spPr>
      </p:pic>
      <p:pic>
        <p:nvPicPr>
          <p:cNvPr id="25" name="Picture 24" descr="13438facd07d7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0438" y="1298448"/>
            <a:ext cx="268605" cy="268605"/>
          </a:xfrm>
          <a:prstGeom prst="rect">
            <a:avLst/>
          </a:prstGeom>
        </p:spPr>
      </p:pic>
      <p:pic>
        <p:nvPicPr>
          <p:cNvPr id="26" name="Picture 25" descr="459d3c9ad1763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1046" y="1298448"/>
            <a:ext cx="268605" cy="268605"/>
          </a:xfrm>
          <a:prstGeom prst="rect">
            <a:avLst/>
          </a:prstGeom>
        </p:spPr>
      </p:pic>
      <p:pic>
        <p:nvPicPr>
          <p:cNvPr id="27" name="Picture 26" descr="bb649be6cbc61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91655" y="1298448"/>
            <a:ext cx="268605" cy="268605"/>
          </a:xfrm>
          <a:prstGeom prst="rect">
            <a:avLst/>
          </a:prstGeom>
        </p:spPr>
      </p:pic>
      <p:pic>
        <p:nvPicPr>
          <p:cNvPr id="28" name="Picture 27" descr="2f4d191478e74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2264" y="1298448"/>
            <a:ext cx="268605" cy="268605"/>
          </a:xfrm>
          <a:prstGeom prst="rect">
            <a:avLst/>
          </a:prstGeom>
        </p:spPr>
      </p:pic>
      <p:pic>
        <p:nvPicPr>
          <p:cNvPr id="29" name="Picture 28" descr="7554efef2bcc1c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92873" y="1298448"/>
            <a:ext cx="268605" cy="268605"/>
          </a:xfrm>
          <a:prstGeom prst="rect">
            <a:avLst/>
          </a:prstGeom>
        </p:spPr>
      </p:pic>
      <p:pic>
        <p:nvPicPr>
          <p:cNvPr id="30" name="Picture 29" descr="7489fb6645223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3482" y="1298448"/>
            <a:ext cx="268605" cy="268605"/>
          </a:xfrm>
          <a:prstGeom prst="rect">
            <a:avLst/>
          </a:prstGeom>
        </p:spPr>
      </p:pic>
      <p:pic>
        <p:nvPicPr>
          <p:cNvPr id="31" name="Picture 30" descr="8c5452328bc8e7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94092" y="1298448"/>
            <a:ext cx="268605" cy="268605"/>
          </a:xfrm>
          <a:prstGeom prst="rect">
            <a:avLst/>
          </a:prstGeom>
        </p:spPr>
      </p:pic>
      <p:pic>
        <p:nvPicPr>
          <p:cNvPr id="32" name="Picture 31" descr="c4a11fba3a38f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94700" y="1298448"/>
            <a:ext cx="268605" cy="268605"/>
          </a:xfrm>
          <a:prstGeom prst="rect">
            <a:avLst/>
          </a:prstGeom>
        </p:spPr>
      </p:pic>
      <p:pic>
        <p:nvPicPr>
          <p:cNvPr id="33" name="Picture 32" descr="9f7b542acddd3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95310" y="1298448"/>
            <a:ext cx="268605" cy="268605"/>
          </a:xfrm>
          <a:prstGeom prst="rect">
            <a:avLst/>
          </a:prstGeom>
        </p:spPr>
      </p:pic>
      <p:pic>
        <p:nvPicPr>
          <p:cNvPr id="34" name="Picture 33" descr="ef0712ef51656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0084" y="1599057"/>
            <a:ext cx="268605" cy="268605"/>
          </a:xfrm>
          <a:prstGeom prst="rect">
            <a:avLst/>
          </a:prstGeom>
        </p:spPr>
      </p:pic>
      <p:pic>
        <p:nvPicPr>
          <p:cNvPr id="35" name="Picture 34" descr="4373445b41f87a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0693" y="1599057"/>
            <a:ext cx="268605" cy="268605"/>
          </a:xfrm>
          <a:prstGeom prst="rect">
            <a:avLst/>
          </a:prstGeom>
        </p:spPr>
      </p:pic>
      <p:pic>
        <p:nvPicPr>
          <p:cNvPr id="36" name="Picture 35" descr="c836e8389e0f6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81302" y="1599057"/>
            <a:ext cx="268605" cy="268605"/>
          </a:xfrm>
          <a:prstGeom prst="rect">
            <a:avLst/>
          </a:prstGeom>
        </p:spPr>
      </p:pic>
      <p:pic>
        <p:nvPicPr>
          <p:cNvPr id="37" name="Picture 36" descr="39caa7f6a397a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81911" y="1599057"/>
            <a:ext cx="268605" cy="268605"/>
          </a:xfrm>
          <a:prstGeom prst="rect">
            <a:avLst/>
          </a:prstGeom>
        </p:spPr>
      </p:pic>
      <p:pic>
        <p:nvPicPr>
          <p:cNvPr id="38" name="Picture 37" descr="b3f107edca1c37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82520" y="1599057"/>
            <a:ext cx="268605" cy="268605"/>
          </a:xfrm>
          <a:prstGeom prst="rect">
            <a:avLst/>
          </a:prstGeom>
        </p:spPr>
      </p:pic>
      <p:pic>
        <p:nvPicPr>
          <p:cNvPr id="39" name="Picture 38" descr="ac5d9ce1c53193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83129" y="1599057"/>
            <a:ext cx="268605" cy="268605"/>
          </a:xfrm>
          <a:prstGeom prst="rect">
            <a:avLst/>
          </a:prstGeom>
        </p:spPr>
      </p:pic>
      <p:pic>
        <p:nvPicPr>
          <p:cNvPr id="40" name="Picture 39" descr="d0faeb8176121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83738" y="1599057"/>
            <a:ext cx="268605" cy="268605"/>
          </a:xfrm>
          <a:prstGeom prst="rect">
            <a:avLst/>
          </a:prstGeom>
        </p:spPr>
      </p:pic>
      <p:pic>
        <p:nvPicPr>
          <p:cNvPr id="41" name="Picture 40" descr="ac6647744bd96a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784347" y="1599057"/>
            <a:ext cx="268605" cy="268605"/>
          </a:xfrm>
          <a:prstGeom prst="rect">
            <a:avLst/>
          </a:prstGeom>
        </p:spPr>
      </p:pic>
      <p:pic>
        <p:nvPicPr>
          <p:cNvPr id="42" name="Picture 41" descr="34102da2697f6a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084956" y="1599057"/>
            <a:ext cx="268605" cy="268605"/>
          </a:xfrm>
          <a:prstGeom prst="rect">
            <a:avLst/>
          </a:prstGeom>
        </p:spPr>
      </p:pic>
      <p:pic>
        <p:nvPicPr>
          <p:cNvPr id="43" name="Picture 42" descr="8bad83e5b63efc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85565" y="1599057"/>
            <a:ext cx="268605" cy="268605"/>
          </a:xfrm>
          <a:prstGeom prst="rect">
            <a:avLst/>
          </a:prstGeom>
        </p:spPr>
      </p:pic>
      <p:pic>
        <p:nvPicPr>
          <p:cNvPr id="44" name="Picture 43" descr="858e8e2b4cee64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686174" y="1599057"/>
            <a:ext cx="268605" cy="268605"/>
          </a:xfrm>
          <a:prstGeom prst="rect">
            <a:avLst/>
          </a:prstGeom>
        </p:spPr>
      </p:pic>
      <p:pic>
        <p:nvPicPr>
          <p:cNvPr id="45" name="Picture 44" descr="8e4c57b80dd193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86783" y="1599057"/>
            <a:ext cx="268605" cy="268605"/>
          </a:xfrm>
          <a:prstGeom prst="rect">
            <a:avLst/>
          </a:prstGeom>
        </p:spPr>
      </p:pic>
      <p:pic>
        <p:nvPicPr>
          <p:cNvPr id="46" name="Picture 45" descr="074a98caa2913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87393" y="1599057"/>
            <a:ext cx="268605" cy="268605"/>
          </a:xfrm>
          <a:prstGeom prst="rect">
            <a:avLst/>
          </a:prstGeom>
        </p:spPr>
      </p:pic>
      <p:pic>
        <p:nvPicPr>
          <p:cNvPr id="47" name="Picture 46" descr="06b91fb95e991a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588001" y="1599057"/>
            <a:ext cx="268605" cy="268605"/>
          </a:xfrm>
          <a:prstGeom prst="rect">
            <a:avLst/>
          </a:prstGeom>
        </p:spPr>
      </p:pic>
      <p:pic>
        <p:nvPicPr>
          <p:cNvPr id="48" name="Picture 47" descr="1ceaa96bae1f66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888611" y="1599057"/>
            <a:ext cx="268605" cy="268605"/>
          </a:xfrm>
          <a:prstGeom prst="rect">
            <a:avLst/>
          </a:prstGeom>
        </p:spPr>
      </p:pic>
      <p:pic>
        <p:nvPicPr>
          <p:cNvPr id="49" name="Picture 48" descr="21b0afac607c7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189219" y="1599057"/>
            <a:ext cx="268605" cy="268605"/>
          </a:xfrm>
          <a:prstGeom prst="rect">
            <a:avLst/>
          </a:prstGeom>
        </p:spPr>
      </p:pic>
      <p:pic>
        <p:nvPicPr>
          <p:cNvPr id="50" name="Picture 49" descr="f542221987651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89828" y="1599057"/>
            <a:ext cx="268605" cy="268605"/>
          </a:xfrm>
          <a:prstGeom prst="rect">
            <a:avLst/>
          </a:prstGeom>
        </p:spPr>
      </p:pic>
      <p:pic>
        <p:nvPicPr>
          <p:cNvPr id="51" name="Picture 50" descr="cdb39c9e45daa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790438" y="1599057"/>
            <a:ext cx="268605" cy="268605"/>
          </a:xfrm>
          <a:prstGeom prst="rect">
            <a:avLst/>
          </a:prstGeom>
        </p:spPr>
      </p:pic>
      <p:pic>
        <p:nvPicPr>
          <p:cNvPr id="52" name="Picture 51" descr="6dce99d7f086d3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91046" y="1599057"/>
            <a:ext cx="268605" cy="268605"/>
          </a:xfrm>
          <a:prstGeom prst="rect">
            <a:avLst/>
          </a:prstGeom>
        </p:spPr>
      </p:pic>
      <p:pic>
        <p:nvPicPr>
          <p:cNvPr id="53" name="Picture 52" descr="b62d74e76c3c96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91655" y="1599057"/>
            <a:ext cx="268605" cy="268605"/>
          </a:xfrm>
          <a:prstGeom prst="rect">
            <a:avLst/>
          </a:prstGeom>
        </p:spPr>
      </p:pic>
      <p:pic>
        <p:nvPicPr>
          <p:cNvPr id="54" name="Picture 53" descr="a76d1f6d16a75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692264" y="1599057"/>
            <a:ext cx="268605" cy="268605"/>
          </a:xfrm>
          <a:prstGeom prst="rect">
            <a:avLst/>
          </a:prstGeom>
        </p:spPr>
      </p:pic>
      <p:pic>
        <p:nvPicPr>
          <p:cNvPr id="55" name="Picture 54" descr="ee3d48f876a92b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992873" y="1599057"/>
            <a:ext cx="268605" cy="268605"/>
          </a:xfrm>
          <a:prstGeom prst="rect">
            <a:avLst/>
          </a:prstGeom>
        </p:spPr>
      </p:pic>
      <p:pic>
        <p:nvPicPr>
          <p:cNvPr id="56" name="Picture 55" descr="657cf9388d8ce9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293482" y="1599057"/>
            <a:ext cx="268605" cy="268605"/>
          </a:xfrm>
          <a:prstGeom prst="rect">
            <a:avLst/>
          </a:prstGeom>
        </p:spPr>
      </p:pic>
      <p:pic>
        <p:nvPicPr>
          <p:cNvPr id="57" name="Picture 56" descr="c32a00254067fb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594092" y="1599057"/>
            <a:ext cx="268605" cy="268605"/>
          </a:xfrm>
          <a:prstGeom prst="rect">
            <a:avLst/>
          </a:prstGeom>
        </p:spPr>
      </p:pic>
      <p:pic>
        <p:nvPicPr>
          <p:cNvPr id="58" name="Picture 57" descr="f9716d375f8ef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894700" y="1599057"/>
            <a:ext cx="268605" cy="268605"/>
          </a:xfrm>
          <a:prstGeom prst="rect">
            <a:avLst/>
          </a:prstGeom>
        </p:spPr>
      </p:pic>
      <p:pic>
        <p:nvPicPr>
          <p:cNvPr id="59" name="Picture 58" descr="600821b3693a25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195310" y="1599057"/>
            <a:ext cx="268605" cy="268605"/>
          </a:xfrm>
          <a:prstGeom prst="rect">
            <a:avLst/>
          </a:prstGeom>
        </p:spPr>
      </p:pic>
      <p:pic>
        <p:nvPicPr>
          <p:cNvPr id="60" name="Picture 59" descr="963ef5bb1522ec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0084" y="1899666"/>
            <a:ext cx="268605" cy="268605"/>
          </a:xfrm>
          <a:prstGeom prst="rect">
            <a:avLst/>
          </a:prstGeom>
        </p:spPr>
      </p:pic>
      <p:pic>
        <p:nvPicPr>
          <p:cNvPr id="61" name="Picture 60" descr="a4fa893f4a133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80693" y="1899666"/>
            <a:ext cx="268605" cy="268605"/>
          </a:xfrm>
          <a:prstGeom prst="rect">
            <a:avLst/>
          </a:prstGeom>
        </p:spPr>
      </p:pic>
      <p:pic>
        <p:nvPicPr>
          <p:cNvPr id="62" name="Picture 61" descr="8cebe8371b66e4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281302" y="1899666"/>
            <a:ext cx="268605" cy="268605"/>
          </a:xfrm>
          <a:prstGeom prst="rect">
            <a:avLst/>
          </a:prstGeom>
        </p:spPr>
      </p:pic>
      <p:pic>
        <p:nvPicPr>
          <p:cNvPr id="63" name="Picture 62" descr="cc37a58c9e542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581911" y="1899666"/>
            <a:ext cx="268605" cy="268605"/>
          </a:xfrm>
          <a:prstGeom prst="rect">
            <a:avLst/>
          </a:prstGeom>
        </p:spPr>
      </p:pic>
      <p:pic>
        <p:nvPicPr>
          <p:cNvPr id="64" name="Picture 63" descr="13f801b64b146f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882520" y="1899666"/>
            <a:ext cx="268605" cy="268605"/>
          </a:xfrm>
          <a:prstGeom prst="rect">
            <a:avLst/>
          </a:prstGeom>
        </p:spPr>
      </p:pic>
      <p:pic>
        <p:nvPicPr>
          <p:cNvPr id="65" name="Picture 64" descr="78c8ebf4bc03fb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183129" y="1899666"/>
            <a:ext cx="268605" cy="268605"/>
          </a:xfrm>
          <a:prstGeom prst="rect">
            <a:avLst/>
          </a:prstGeom>
        </p:spPr>
      </p:pic>
      <p:pic>
        <p:nvPicPr>
          <p:cNvPr id="66" name="Picture 65" descr="e0548fb9961043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483738" y="1899666"/>
            <a:ext cx="268605" cy="268605"/>
          </a:xfrm>
          <a:prstGeom prst="rect">
            <a:avLst/>
          </a:prstGeom>
        </p:spPr>
      </p:pic>
      <p:pic>
        <p:nvPicPr>
          <p:cNvPr id="67" name="Picture 66" descr="9e56eb8bcd603a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784347" y="1899666"/>
            <a:ext cx="268605" cy="268605"/>
          </a:xfrm>
          <a:prstGeom prst="rect">
            <a:avLst/>
          </a:prstGeom>
        </p:spPr>
      </p:pic>
      <p:pic>
        <p:nvPicPr>
          <p:cNvPr id="68" name="Picture 67" descr="f675487827402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084956" y="1899666"/>
            <a:ext cx="268605" cy="268605"/>
          </a:xfrm>
          <a:prstGeom prst="rect">
            <a:avLst/>
          </a:prstGeom>
        </p:spPr>
      </p:pic>
      <p:pic>
        <p:nvPicPr>
          <p:cNvPr id="69" name="Picture 68" descr="8395bde9747762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385565" y="1899666"/>
            <a:ext cx="268605" cy="268605"/>
          </a:xfrm>
          <a:prstGeom prst="rect">
            <a:avLst/>
          </a:prstGeom>
        </p:spPr>
      </p:pic>
      <p:pic>
        <p:nvPicPr>
          <p:cNvPr id="70" name="Picture 69" descr="5fab4b7b0852e9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686174" y="1899666"/>
            <a:ext cx="268605" cy="268605"/>
          </a:xfrm>
          <a:prstGeom prst="rect">
            <a:avLst/>
          </a:prstGeom>
        </p:spPr>
      </p:pic>
      <p:pic>
        <p:nvPicPr>
          <p:cNvPr id="71" name="Picture 70" descr="86f68cfc425c8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986783" y="1899666"/>
            <a:ext cx="268605" cy="268605"/>
          </a:xfrm>
          <a:prstGeom prst="rect">
            <a:avLst/>
          </a:prstGeom>
        </p:spPr>
      </p:pic>
      <p:pic>
        <p:nvPicPr>
          <p:cNvPr id="72" name="Picture 71" descr="1c453b917b8b82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287393" y="1899666"/>
            <a:ext cx="268605" cy="268605"/>
          </a:xfrm>
          <a:prstGeom prst="rect">
            <a:avLst/>
          </a:prstGeom>
        </p:spPr>
      </p:pic>
      <p:pic>
        <p:nvPicPr>
          <p:cNvPr id="73" name="Picture 72" descr="a57c44211b9622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588001" y="1899666"/>
            <a:ext cx="268605" cy="268605"/>
          </a:xfrm>
          <a:prstGeom prst="rect">
            <a:avLst/>
          </a:prstGeom>
        </p:spPr>
      </p:pic>
      <p:pic>
        <p:nvPicPr>
          <p:cNvPr id="74" name="Picture 73" descr="a582e3ae3df0d5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888611" y="1899666"/>
            <a:ext cx="268605" cy="268605"/>
          </a:xfrm>
          <a:prstGeom prst="rect">
            <a:avLst/>
          </a:prstGeom>
        </p:spPr>
      </p:pic>
      <p:pic>
        <p:nvPicPr>
          <p:cNvPr id="75" name="Picture 74" descr="bd8bfa7de13556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189219" y="1899666"/>
            <a:ext cx="268605" cy="268605"/>
          </a:xfrm>
          <a:prstGeom prst="rect">
            <a:avLst/>
          </a:prstGeom>
        </p:spPr>
      </p:pic>
      <p:pic>
        <p:nvPicPr>
          <p:cNvPr id="76" name="Picture 75" descr="d3ec4b7d331a4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489828" y="1899666"/>
            <a:ext cx="268605" cy="268605"/>
          </a:xfrm>
          <a:prstGeom prst="rect">
            <a:avLst/>
          </a:prstGeom>
        </p:spPr>
      </p:pic>
      <p:pic>
        <p:nvPicPr>
          <p:cNvPr id="77" name="Picture 76" descr="7ad92999e17b53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790438" y="1899666"/>
            <a:ext cx="268605" cy="268605"/>
          </a:xfrm>
          <a:prstGeom prst="rect">
            <a:avLst/>
          </a:prstGeom>
        </p:spPr>
      </p:pic>
      <p:pic>
        <p:nvPicPr>
          <p:cNvPr id="78" name="Picture 77" descr="a5fae9e483ce21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091046" y="1899666"/>
            <a:ext cx="268605" cy="268605"/>
          </a:xfrm>
          <a:prstGeom prst="rect">
            <a:avLst/>
          </a:prstGeom>
        </p:spPr>
      </p:pic>
      <p:pic>
        <p:nvPicPr>
          <p:cNvPr id="79" name="Picture 78" descr="cdd788a6527cc3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391655" y="1899666"/>
            <a:ext cx="268605" cy="268605"/>
          </a:xfrm>
          <a:prstGeom prst="rect">
            <a:avLst/>
          </a:prstGeom>
        </p:spPr>
      </p:pic>
      <p:pic>
        <p:nvPicPr>
          <p:cNvPr id="80" name="Picture 79" descr="198dbba7a313d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692264" y="1899666"/>
            <a:ext cx="268605" cy="268605"/>
          </a:xfrm>
          <a:prstGeom prst="rect">
            <a:avLst/>
          </a:prstGeom>
        </p:spPr>
      </p:pic>
      <p:pic>
        <p:nvPicPr>
          <p:cNvPr id="81" name="Picture 80" descr="df71bd450c6302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6992873" y="1899666"/>
            <a:ext cx="268605" cy="268605"/>
          </a:xfrm>
          <a:prstGeom prst="rect">
            <a:avLst/>
          </a:prstGeom>
        </p:spPr>
      </p:pic>
      <p:pic>
        <p:nvPicPr>
          <p:cNvPr id="82" name="Picture 81" descr="98a9bd521e097c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293482" y="1899666"/>
            <a:ext cx="268605" cy="268605"/>
          </a:xfrm>
          <a:prstGeom prst="rect">
            <a:avLst/>
          </a:prstGeom>
        </p:spPr>
      </p:pic>
      <p:pic>
        <p:nvPicPr>
          <p:cNvPr id="83" name="Picture 82" descr="405770c99fe025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594092" y="1899666"/>
            <a:ext cx="268605" cy="268605"/>
          </a:xfrm>
          <a:prstGeom prst="rect">
            <a:avLst/>
          </a:prstGeom>
        </p:spPr>
      </p:pic>
      <p:pic>
        <p:nvPicPr>
          <p:cNvPr id="84" name="Picture 83" descr="8585438ec61618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894700" y="1899666"/>
            <a:ext cx="268605" cy="268605"/>
          </a:xfrm>
          <a:prstGeom prst="rect">
            <a:avLst/>
          </a:prstGeom>
        </p:spPr>
      </p:pic>
      <p:pic>
        <p:nvPicPr>
          <p:cNvPr id="85" name="Picture 84" descr="989d627c7e5c5f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195310" y="1899666"/>
            <a:ext cx="268605" cy="268605"/>
          </a:xfrm>
          <a:prstGeom prst="rect">
            <a:avLst/>
          </a:prstGeom>
        </p:spPr>
      </p:pic>
      <p:pic>
        <p:nvPicPr>
          <p:cNvPr id="86" name="Picture 85" descr="5e71b90c1a383a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980693" y="2200275"/>
            <a:ext cx="268605" cy="268605"/>
          </a:xfrm>
          <a:prstGeom prst="rect">
            <a:avLst/>
          </a:prstGeom>
        </p:spPr>
      </p:pic>
      <p:pic>
        <p:nvPicPr>
          <p:cNvPr id="87" name="Picture 86" descr="5ffe87ffddb317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281302" y="2200275"/>
            <a:ext cx="268605" cy="268605"/>
          </a:xfrm>
          <a:prstGeom prst="rect">
            <a:avLst/>
          </a:prstGeom>
        </p:spPr>
      </p:pic>
      <p:pic>
        <p:nvPicPr>
          <p:cNvPr id="88" name="Picture 87" descr="9945001c005442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581911" y="2200275"/>
            <a:ext cx="268605" cy="268605"/>
          </a:xfrm>
          <a:prstGeom prst="rect">
            <a:avLst/>
          </a:prstGeom>
        </p:spPr>
      </p:pic>
      <p:pic>
        <p:nvPicPr>
          <p:cNvPr id="89" name="Picture 88" descr="d1a5a6ef0cfc7e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882520" y="2200275"/>
            <a:ext cx="268605" cy="268605"/>
          </a:xfrm>
          <a:prstGeom prst="rect">
            <a:avLst/>
          </a:prstGeom>
        </p:spPr>
      </p:pic>
      <p:pic>
        <p:nvPicPr>
          <p:cNvPr id="90" name="Picture 89" descr="774038bbf3e47f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183129" y="2200275"/>
            <a:ext cx="268605" cy="268605"/>
          </a:xfrm>
          <a:prstGeom prst="rect">
            <a:avLst/>
          </a:prstGeom>
        </p:spPr>
      </p:pic>
      <p:pic>
        <p:nvPicPr>
          <p:cNvPr id="91" name="Picture 90" descr="6ab6778f0570fe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483738" y="2200275"/>
            <a:ext cx="268605" cy="268605"/>
          </a:xfrm>
          <a:prstGeom prst="rect">
            <a:avLst/>
          </a:prstGeom>
        </p:spPr>
      </p:pic>
      <p:pic>
        <p:nvPicPr>
          <p:cNvPr id="92" name="Picture 91" descr="ecd6cba459b0a4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784348" y="2200275"/>
            <a:ext cx="268605" cy="268605"/>
          </a:xfrm>
          <a:prstGeom prst="rect">
            <a:avLst/>
          </a:prstGeom>
        </p:spPr>
      </p:pic>
      <p:pic>
        <p:nvPicPr>
          <p:cNvPr id="93" name="Picture 92" descr="ea273343a05710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084957" y="2200275"/>
            <a:ext cx="268605" cy="268605"/>
          </a:xfrm>
          <a:prstGeom prst="rect">
            <a:avLst/>
          </a:prstGeom>
        </p:spPr>
      </p:pic>
      <p:pic>
        <p:nvPicPr>
          <p:cNvPr id="94" name="Picture 93" descr="1f3b94853c090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385565" y="2200275"/>
            <a:ext cx="268605" cy="268605"/>
          </a:xfrm>
          <a:prstGeom prst="rect">
            <a:avLst/>
          </a:prstGeom>
        </p:spPr>
      </p:pic>
      <p:pic>
        <p:nvPicPr>
          <p:cNvPr id="95" name="Picture 94" descr="9f1fa6a768541f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686175" y="2200275"/>
            <a:ext cx="268605" cy="268605"/>
          </a:xfrm>
          <a:prstGeom prst="rect">
            <a:avLst/>
          </a:prstGeom>
        </p:spPr>
      </p:pic>
      <p:pic>
        <p:nvPicPr>
          <p:cNvPr id="96" name="Picture 95" descr="e82ff16a045a60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986783" y="2200275"/>
            <a:ext cx="268605" cy="268605"/>
          </a:xfrm>
          <a:prstGeom prst="rect">
            <a:avLst/>
          </a:prstGeom>
        </p:spPr>
      </p:pic>
      <p:pic>
        <p:nvPicPr>
          <p:cNvPr id="97" name="Picture 96" descr="242fd9407f50b6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287393" y="2200275"/>
            <a:ext cx="268605" cy="268605"/>
          </a:xfrm>
          <a:prstGeom prst="rect">
            <a:avLst/>
          </a:prstGeom>
        </p:spPr>
      </p:pic>
      <p:pic>
        <p:nvPicPr>
          <p:cNvPr id="98" name="Picture 97" descr="a9378f2685b772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588002" y="2200275"/>
            <a:ext cx="268605" cy="268605"/>
          </a:xfrm>
          <a:prstGeom prst="rect">
            <a:avLst/>
          </a:prstGeom>
        </p:spPr>
      </p:pic>
      <p:pic>
        <p:nvPicPr>
          <p:cNvPr id="99" name="Picture 98" descr="83eb1a40ae665c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4888611" y="2200275"/>
            <a:ext cx="268605" cy="268605"/>
          </a:xfrm>
          <a:prstGeom prst="rect">
            <a:avLst/>
          </a:prstGeom>
        </p:spPr>
      </p:pic>
      <p:pic>
        <p:nvPicPr>
          <p:cNvPr id="100" name="Picture 99" descr="14d7b8d3e9ffa9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189220" y="2200275"/>
            <a:ext cx="268605" cy="268605"/>
          </a:xfrm>
          <a:prstGeom prst="rect">
            <a:avLst/>
          </a:prstGeom>
        </p:spPr>
      </p:pic>
      <p:pic>
        <p:nvPicPr>
          <p:cNvPr id="101" name="Picture 100" descr="045aba14d69c9c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489828" y="2200275"/>
            <a:ext cx="268605" cy="268605"/>
          </a:xfrm>
          <a:prstGeom prst="rect">
            <a:avLst/>
          </a:prstGeom>
        </p:spPr>
      </p:pic>
      <p:pic>
        <p:nvPicPr>
          <p:cNvPr id="102" name="Picture 101" descr="5a06707379c34e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5790438" y="2200275"/>
            <a:ext cx="268605" cy="268605"/>
          </a:xfrm>
          <a:prstGeom prst="rect">
            <a:avLst/>
          </a:prstGeom>
        </p:spPr>
      </p:pic>
      <p:pic>
        <p:nvPicPr>
          <p:cNvPr id="103" name="Picture 102" descr="4f0a4676a7edea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091047" y="2200275"/>
            <a:ext cx="268605" cy="268605"/>
          </a:xfrm>
          <a:prstGeom prst="rect">
            <a:avLst/>
          </a:prstGeom>
        </p:spPr>
      </p:pic>
      <p:pic>
        <p:nvPicPr>
          <p:cNvPr id="104" name="Picture 103" descr="9f470090ebce5d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391655" y="2200275"/>
            <a:ext cx="268605" cy="268605"/>
          </a:xfrm>
          <a:prstGeom prst="rect">
            <a:avLst/>
          </a:prstGeom>
        </p:spPr>
      </p:pic>
      <p:pic>
        <p:nvPicPr>
          <p:cNvPr id="105" name="Picture 104" descr="f3b3254659b6fc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692265" y="2200275"/>
            <a:ext cx="268605" cy="268605"/>
          </a:xfrm>
          <a:prstGeom prst="rect">
            <a:avLst/>
          </a:prstGeom>
        </p:spPr>
      </p:pic>
      <p:pic>
        <p:nvPicPr>
          <p:cNvPr id="106" name="Picture 105" descr="3ed5824ab8c4d0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992873" y="2200275"/>
            <a:ext cx="268605" cy="268605"/>
          </a:xfrm>
          <a:prstGeom prst="rect">
            <a:avLst/>
          </a:prstGeom>
        </p:spPr>
      </p:pic>
      <p:pic>
        <p:nvPicPr>
          <p:cNvPr id="107" name="Picture 106" descr="77d398c7e64ce6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293482" y="2200275"/>
            <a:ext cx="268605" cy="268605"/>
          </a:xfrm>
          <a:prstGeom prst="rect">
            <a:avLst/>
          </a:prstGeom>
        </p:spPr>
      </p:pic>
      <p:pic>
        <p:nvPicPr>
          <p:cNvPr id="108" name="Picture 107" descr="212263bb71ab68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7594092" y="2200275"/>
            <a:ext cx="268605" cy="268605"/>
          </a:xfrm>
          <a:prstGeom prst="rect">
            <a:avLst/>
          </a:prstGeom>
        </p:spPr>
      </p:pic>
      <p:pic>
        <p:nvPicPr>
          <p:cNvPr id="109" name="Picture 108" descr="1cefdb89d8f657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7894700" y="2200275"/>
            <a:ext cx="268605" cy="268605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411480" y="2761488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2834640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1E2761"/>
                </a:solidFill>
                <a:latin typeface="Aptos"/>
              </a:rPr>
              <a:t>PREMIUM</a:t>
            </a:r>
          </a:p>
        </p:txBody>
      </p:sp>
      <p:pic>
        <p:nvPicPr>
          <p:cNvPr id="112" name="Picture 111" descr="b1d28f0a899570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281302" y="3072384"/>
            <a:ext cx="268605" cy="268605"/>
          </a:xfrm>
          <a:prstGeom prst="rect">
            <a:avLst/>
          </a:prstGeom>
        </p:spPr>
      </p:pic>
      <p:pic>
        <p:nvPicPr>
          <p:cNvPr id="113" name="Picture 112" descr="febc7f2a3c20e2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581911" y="3072384"/>
            <a:ext cx="268605" cy="268605"/>
          </a:xfrm>
          <a:prstGeom prst="rect">
            <a:avLst/>
          </a:prstGeom>
        </p:spPr>
      </p:pic>
      <p:pic>
        <p:nvPicPr>
          <p:cNvPr id="114" name="Picture 113" descr="2e3ebbc1f5b066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882520" y="3072384"/>
            <a:ext cx="268605" cy="268605"/>
          </a:xfrm>
          <a:prstGeom prst="rect">
            <a:avLst/>
          </a:prstGeom>
        </p:spPr>
      </p:pic>
      <p:pic>
        <p:nvPicPr>
          <p:cNvPr id="115" name="Picture 114" descr="46b359d3e4df71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183129" y="3072384"/>
            <a:ext cx="268605" cy="268605"/>
          </a:xfrm>
          <a:prstGeom prst="rect">
            <a:avLst/>
          </a:prstGeom>
        </p:spPr>
      </p:pic>
      <p:pic>
        <p:nvPicPr>
          <p:cNvPr id="116" name="Picture 115" descr="f0c7a9bf0250a7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2483738" y="3072384"/>
            <a:ext cx="268605" cy="268605"/>
          </a:xfrm>
          <a:prstGeom prst="rect">
            <a:avLst/>
          </a:prstGeom>
        </p:spPr>
      </p:pic>
      <p:pic>
        <p:nvPicPr>
          <p:cNvPr id="117" name="Picture 116" descr="bec64d31584c47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2784347" y="3072384"/>
            <a:ext cx="268605" cy="268605"/>
          </a:xfrm>
          <a:prstGeom prst="rect">
            <a:avLst/>
          </a:prstGeom>
        </p:spPr>
      </p:pic>
      <p:pic>
        <p:nvPicPr>
          <p:cNvPr id="118" name="Picture 117" descr="ec149c15925c01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3084956" y="3072384"/>
            <a:ext cx="268605" cy="268605"/>
          </a:xfrm>
          <a:prstGeom prst="rect">
            <a:avLst/>
          </a:prstGeom>
        </p:spPr>
      </p:pic>
      <p:pic>
        <p:nvPicPr>
          <p:cNvPr id="119" name="Picture 118" descr="fcaba8070794fb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3385565" y="3072384"/>
            <a:ext cx="268605" cy="268605"/>
          </a:xfrm>
          <a:prstGeom prst="rect">
            <a:avLst/>
          </a:prstGeom>
        </p:spPr>
      </p:pic>
      <p:pic>
        <p:nvPicPr>
          <p:cNvPr id="120" name="Picture 119" descr="aace4a7e674127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3686175" y="3072384"/>
            <a:ext cx="268605" cy="268605"/>
          </a:xfrm>
          <a:prstGeom prst="rect">
            <a:avLst/>
          </a:prstGeom>
        </p:spPr>
      </p:pic>
      <p:pic>
        <p:nvPicPr>
          <p:cNvPr id="121" name="Picture 120" descr="a065d5d133aeff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3986783" y="3072384"/>
            <a:ext cx="268605" cy="268605"/>
          </a:xfrm>
          <a:prstGeom prst="rect">
            <a:avLst/>
          </a:prstGeom>
        </p:spPr>
      </p:pic>
      <p:pic>
        <p:nvPicPr>
          <p:cNvPr id="122" name="Picture 121" descr="f47a06a8a39fd4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4287392" y="3072384"/>
            <a:ext cx="268605" cy="268605"/>
          </a:xfrm>
          <a:prstGeom prst="rect">
            <a:avLst/>
          </a:prstGeom>
        </p:spPr>
      </p:pic>
      <p:pic>
        <p:nvPicPr>
          <p:cNvPr id="123" name="Picture 122" descr="4a1951e865a268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588002" y="3072384"/>
            <a:ext cx="268605" cy="268605"/>
          </a:xfrm>
          <a:prstGeom prst="rect">
            <a:avLst/>
          </a:prstGeom>
        </p:spPr>
      </p:pic>
      <p:pic>
        <p:nvPicPr>
          <p:cNvPr id="124" name="Picture 123" descr="c9d00a50a0af81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4888611" y="3072384"/>
            <a:ext cx="268605" cy="268605"/>
          </a:xfrm>
          <a:prstGeom prst="rect">
            <a:avLst/>
          </a:prstGeom>
        </p:spPr>
      </p:pic>
      <p:pic>
        <p:nvPicPr>
          <p:cNvPr id="125" name="Picture 124" descr="0f227b8364eb72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5189219" y="3072384"/>
            <a:ext cx="268605" cy="268605"/>
          </a:xfrm>
          <a:prstGeom prst="rect">
            <a:avLst/>
          </a:prstGeom>
        </p:spPr>
      </p:pic>
      <p:pic>
        <p:nvPicPr>
          <p:cNvPr id="126" name="Picture 125" descr="75cb3a99e44a7a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5489829" y="3072384"/>
            <a:ext cx="268605" cy="268605"/>
          </a:xfrm>
          <a:prstGeom prst="rect">
            <a:avLst/>
          </a:prstGeom>
        </p:spPr>
      </p:pic>
      <p:pic>
        <p:nvPicPr>
          <p:cNvPr id="127" name="Picture 126" descr="9dbcae45e653e0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5790438" y="3072384"/>
            <a:ext cx="268605" cy="268605"/>
          </a:xfrm>
          <a:prstGeom prst="rect">
            <a:avLst/>
          </a:prstGeom>
        </p:spPr>
      </p:pic>
      <p:pic>
        <p:nvPicPr>
          <p:cNvPr id="128" name="Picture 127" descr="3b06f6bafc9b56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6091046" y="3072384"/>
            <a:ext cx="268605" cy="268605"/>
          </a:xfrm>
          <a:prstGeom prst="rect">
            <a:avLst/>
          </a:prstGeom>
        </p:spPr>
      </p:pic>
      <p:pic>
        <p:nvPicPr>
          <p:cNvPr id="129" name="Picture 128" descr="4648e02b99e07b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6391656" y="3072384"/>
            <a:ext cx="268605" cy="268605"/>
          </a:xfrm>
          <a:prstGeom prst="rect">
            <a:avLst/>
          </a:prstGeom>
        </p:spPr>
      </p:pic>
      <p:pic>
        <p:nvPicPr>
          <p:cNvPr id="130" name="Picture 129" descr="a9c6a17d22ef43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6692265" y="3072384"/>
            <a:ext cx="268605" cy="268605"/>
          </a:xfrm>
          <a:prstGeom prst="rect">
            <a:avLst/>
          </a:prstGeom>
        </p:spPr>
      </p:pic>
      <p:pic>
        <p:nvPicPr>
          <p:cNvPr id="131" name="Picture 130" descr="87eab4ecf4dcfe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6992873" y="3072384"/>
            <a:ext cx="268605" cy="268605"/>
          </a:xfrm>
          <a:prstGeom prst="rect">
            <a:avLst/>
          </a:prstGeom>
        </p:spPr>
      </p:pic>
      <p:pic>
        <p:nvPicPr>
          <p:cNvPr id="132" name="Picture 131" descr="39caa7f6a397a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93482" y="3072384"/>
            <a:ext cx="268605" cy="268605"/>
          </a:xfrm>
          <a:prstGeom prst="rect">
            <a:avLst/>
          </a:prstGeom>
        </p:spPr>
      </p:pic>
      <p:pic>
        <p:nvPicPr>
          <p:cNvPr id="133" name="Picture 132" descr="dc2c4f7bb77678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594092" y="3072384"/>
            <a:ext cx="268605" cy="268605"/>
          </a:xfrm>
          <a:prstGeom prst="rect">
            <a:avLst/>
          </a:prstGeom>
        </p:spPr>
      </p:pic>
      <p:pic>
        <p:nvPicPr>
          <p:cNvPr id="134" name="Picture 133" descr="10b66ac3ba207e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1281302" y="3372993"/>
            <a:ext cx="268605" cy="268605"/>
          </a:xfrm>
          <a:prstGeom prst="rect">
            <a:avLst/>
          </a:prstGeom>
        </p:spPr>
      </p:pic>
      <p:pic>
        <p:nvPicPr>
          <p:cNvPr id="135" name="Picture 134" descr="8665334102e0d7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1581911" y="3372993"/>
            <a:ext cx="268605" cy="268605"/>
          </a:xfrm>
          <a:prstGeom prst="rect">
            <a:avLst/>
          </a:prstGeom>
        </p:spPr>
      </p:pic>
      <p:pic>
        <p:nvPicPr>
          <p:cNvPr id="136" name="Picture 135" descr="6ea8427724a337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1882520" y="3372993"/>
            <a:ext cx="268605" cy="268605"/>
          </a:xfrm>
          <a:prstGeom prst="rect">
            <a:avLst/>
          </a:prstGeom>
        </p:spPr>
      </p:pic>
      <p:pic>
        <p:nvPicPr>
          <p:cNvPr id="137" name="Picture 136" descr="e0a50b41a2ae99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2183129" y="3372993"/>
            <a:ext cx="268605" cy="268605"/>
          </a:xfrm>
          <a:prstGeom prst="rect">
            <a:avLst/>
          </a:prstGeom>
        </p:spPr>
      </p:pic>
      <p:pic>
        <p:nvPicPr>
          <p:cNvPr id="138" name="Picture 137" descr="9f342d053b1cb0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2483738" y="3372993"/>
            <a:ext cx="268605" cy="268605"/>
          </a:xfrm>
          <a:prstGeom prst="rect">
            <a:avLst/>
          </a:prstGeom>
        </p:spPr>
      </p:pic>
      <p:pic>
        <p:nvPicPr>
          <p:cNvPr id="139" name="Picture 138" descr="bc43ef3944c0c9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2784347" y="3372993"/>
            <a:ext cx="268605" cy="268605"/>
          </a:xfrm>
          <a:prstGeom prst="rect">
            <a:avLst/>
          </a:prstGeom>
        </p:spPr>
      </p:pic>
      <p:pic>
        <p:nvPicPr>
          <p:cNvPr id="140" name="Picture 139" descr="1b4a9d78eb2468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3084956" y="3372993"/>
            <a:ext cx="268605" cy="268605"/>
          </a:xfrm>
          <a:prstGeom prst="rect">
            <a:avLst/>
          </a:prstGeom>
        </p:spPr>
      </p:pic>
      <p:pic>
        <p:nvPicPr>
          <p:cNvPr id="141" name="Picture 140" descr="49a17dbc9c4834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3385565" y="3372993"/>
            <a:ext cx="268605" cy="268605"/>
          </a:xfrm>
          <a:prstGeom prst="rect">
            <a:avLst/>
          </a:prstGeom>
        </p:spPr>
      </p:pic>
      <p:pic>
        <p:nvPicPr>
          <p:cNvPr id="142" name="Picture 141" descr="27dfc79f2b4f9f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3686175" y="3372993"/>
            <a:ext cx="268605" cy="268605"/>
          </a:xfrm>
          <a:prstGeom prst="rect">
            <a:avLst/>
          </a:prstGeom>
        </p:spPr>
      </p:pic>
      <p:pic>
        <p:nvPicPr>
          <p:cNvPr id="143" name="Picture 142" descr="7cacbd3a7114d1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3986783" y="3372993"/>
            <a:ext cx="268605" cy="268605"/>
          </a:xfrm>
          <a:prstGeom prst="rect">
            <a:avLst/>
          </a:prstGeom>
        </p:spPr>
      </p:pic>
      <p:pic>
        <p:nvPicPr>
          <p:cNvPr id="144" name="Picture 143" descr="42785a6849d3d1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4287392" y="3372993"/>
            <a:ext cx="268605" cy="268605"/>
          </a:xfrm>
          <a:prstGeom prst="rect">
            <a:avLst/>
          </a:prstGeom>
        </p:spPr>
      </p:pic>
      <p:pic>
        <p:nvPicPr>
          <p:cNvPr id="145" name="Picture 144" descr="48237cf429b70e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4588002" y="3372993"/>
            <a:ext cx="268605" cy="268605"/>
          </a:xfrm>
          <a:prstGeom prst="rect">
            <a:avLst/>
          </a:prstGeom>
        </p:spPr>
      </p:pic>
      <p:pic>
        <p:nvPicPr>
          <p:cNvPr id="146" name="Picture 145" descr="8a1e30a92146b0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4888611" y="3372993"/>
            <a:ext cx="268605" cy="268605"/>
          </a:xfrm>
          <a:prstGeom prst="rect">
            <a:avLst/>
          </a:prstGeom>
        </p:spPr>
      </p:pic>
      <p:pic>
        <p:nvPicPr>
          <p:cNvPr id="147" name="Picture 146" descr="8328ba551287eb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5189219" y="3372993"/>
            <a:ext cx="268605" cy="268605"/>
          </a:xfrm>
          <a:prstGeom prst="rect">
            <a:avLst/>
          </a:prstGeom>
        </p:spPr>
      </p:pic>
      <p:pic>
        <p:nvPicPr>
          <p:cNvPr id="148" name="Picture 147" descr="d3df19260cd00a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5489829" y="3372993"/>
            <a:ext cx="268605" cy="268605"/>
          </a:xfrm>
          <a:prstGeom prst="rect">
            <a:avLst/>
          </a:prstGeom>
        </p:spPr>
      </p:pic>
      <p:pic>
        <p:nvPicPr>
          <p:cNvPr id="149" name="Picture 148" descr="2af782c34a890c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5790438" y="3372993"/>
            <a:ext cx="268605" cy="268605"/>
          </a:xfrm>
          <a:prstGeom prst="rect">
            <a:avLst/>
          </a:prstGeom>
        </p:spPr>
      </p:pic>
      <p:pic>
        <p:nvPicPr>
          <p:cNvPr id="150" name="Picture 149" descr="5cac535b4316bc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6091046" y="3372993"/>
            <a:ext cx="268605" cy="268605"/>
          </a:xfrm>
          <a:prstGeom prst="rect">
            <a:avLst/>
          </a:prstGeom>
        </p:spPr>
      </p:pic>
      <p:pic>
        <p:nvPicPr>
          <p:cNvPr id="151" name="Picture 150" descr="6ee35ff40664aa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6391656" y="3372993"/>
            <a:ext cx="268605" cy="268605"/>
          </a:xfrm>
          <a:prstGeom prst="rect">
            <a:avLst/>
          </a:prstGeom>
        </p:spPr>
      </p:pic>
      <p:pic>
        <p:nvPicPr>
          <p:cNvPr id="152" name="Picture 151" descr="d98638167aa827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6692265" y="3372993"/>
            <a:ext cx="268605" cy="268605"/>
          </a:xfrm>
          <a:prstGeom prst="rect">
            <a:avLst/>
          </a:prstGeom>
        </p:spPr>
      </p:pic>
      <p:pic>
        <p:nvPicPr>
          <p:cNvPr id="153" name="Picture 152" descr="f43a90281212e1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6992873" y="3372993"/>
            <a:ext cx="268605" cy="268605"/>
          </a:xfrm>
          <a:prstGeom prst="rect">
            <a:avLst/>
          </a:prstGeom>
        </p:spPr>
      </p:pic>
      <p:pic>
        <p:nvPicPr>
          <p:cNvPr id="154" name="Picture 153" descr="bf68a99cf80514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7293482" y="3372993"/>
            <a:ext cx="268605" cy="268605"/>
          </a:xfrm>
          <a:prstGeom prst="rect">
            <a:avLst/>
          </a:prstGeom>
        </p:spPr>
      </p:pic>
      <p:pic>
        <p:nvPicPr>
          <p:cNvPr id="155" name="Picture 154" descr="c7594a98e48a52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7594092" y="3372993"/>
            <a:ext cx="268605" cy="268605"/>
          </a:xfrm>
          <a:prstGeom prst="rect">
            <a:avLst/>
          </a:prstGeom>
        </p:spPr>
      </p:pic>
      <p:pic>
        <p:nvPicPr>
          <p:cNvPr id="156" name="Picture 155" descr="13b025eef933d2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1281302" y="3673602"/>
            <a:ext cx="268605" cy="268605"/>
          </a:xfrm>
          <a:prstGeom prst="rect">
            <a:avLst/>
          </a:prstGeom>
        </p:spPr>
      </p:pic>
      <p:pic>
        <p:nvPicPr>
          <p:cNvPr id="157" name="Picture 156" descr="ea3f231c19e239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1581911" y="3673602"/>
            <a:ext cx="268605" cy="268605"/>
          </a:xfrm>
          <a:prstGeom prst="rect">
            <a:avLst/>
          </a:prstGeom>
        </p:spPr>
      </p:pic>
      <p:pic>
        <p:nvPicPr>
          <p:cNvPr id="158" name="Picture 157" descr="dba062f9a0e0be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1882520" y="3673602"/>
            <a:ext cx="268605" cy="268605"/>
          </a:xfrm>
          <a:prstGeom prst="rect">
            <a:avLst/>
          </a:prstGeom>
        </p:spPr>
      </p:pic>
      <p:pic>
        <p:nvPicPr>
          <p:cNvPr id="159" name="Picture 158" descr="375dda4a82f788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2183129" y="3673602"/>
            <a:ext cx="268605" cy="268605"/>
          </a:xfrm>
          <a:prstGeom prst="rect">
            <a:avLst/>
          </a:prstGeom>
        </p:spPr>
      </p:pic>
      <p:pic>
        <p:nvPicPr>
          <p:cNvPr id="160" name="Picture 159" descr="6846cd793bcbc0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2483738" y="3673602"/>
            <a:ext cx="268605" cy="268605"/>
          </a:xfrm>
          <a:prstGeom prst="rect">
            <a:avLst/>
          </a:prstGeom>
        </p:spPr>
      </p:pic>
      <p:pic>
        <p:nvPicPr>
          <p:cNvPr id="161" name="Picture 160" descr="8eb392c9b4f628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2784347" y="3673602"/>
            <a:ext cx="268605" cy="268605"/>
          </a:xfrm>
          <a:prstGeom prst="rect">
            <a:avLst/>
          </a:prstGeom>
        </p:spPr>
      </p:pic>
      <p:pic>
        <p:nvPicPr>
          <p:cNvPr id="162" name="Picture 161" descr="0b67be0062c603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3084956" y="3673602"/>
            <a:ext cx="268605" cy="268605"/>
          </a:xfrm>
          <a:prstGeom prst="rect">
            <a:avLst/>
          </a:prstGeom>
        </p:spPr>
      </p:pic>
      <p:pic>
        <p:nvPicPr>
          <p:cNvPr id="163" name="Picture 162" descr="d0689d3dcac31e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3385565" y="3673602"/>
            <a:ext cx="268605" cy="268605"/>
          </a:xfrm>
          <a:prstGeom prst="rect">
            <a:avLst/>
          </a:prstGeom>
        </p:spPr>
      </p:pic>
      <p:pic>
        <p:nvPicPr>
          <p:cNvPr id="164" name="Picture 163" descr="e645bd146318d7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3686175" y="3673602"/>
            <a:ext cx="268605" cy="268605"/>
          </a:xfrm>
          <a:prstGeom prst="rect">
            <a:avLst/>
          </a:prstGeom>
        </p:spPr>
      </p:pic>
      <p:pic>
        <p:nvPicPr>
          <p:cNvPr id="165" name="Picture 164" descr="c347ccc2f1b8e8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3986783" y="3673602"/>
            <a:ext cx="268605" cy="268605"/>
          </a:xfrm>
          <a:prstGeom prst="rect">
            <a:avLst/>
          </a:prstGeom>
        </p:spPr>
      </p:pic>
      <p:pic>
        <p:nvPicPr>
          <p:cNvPr id="166" name="Picture 165" descr="256e68f67a0f24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4287392" y="3673602"/>
            <a:ext cx="268605" cy="268605"/>
          </a:xfrm>
          <a:prstGeom prst="rect">
            <a:avLst/>
          </a:prstGeom>
        </p:spPr>
      </p:pic>
      <p:pic>
        <p:nvPicPr>
          <p:cNvPr id="167" name="Picture 166" descr="29708f590d1799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4588002" y="3673602"/>
            <a:ext cx="268605" cy="268605"/>
          </a:xfrm>
          <a:prstGeom prst="rect">
            <a:avLst/>
          </a:prstGeom>
        </p:spPr>
      </p:pic>
      <p:pic>
        <p:nvPicPr>
          <p:cNvPr id="168" name="Picture 167" descr="775618c3d0fcf5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4888611" y="3673602"/>
            <a:ext cx="268605" cy="268605"/>
          </a:xfrm>
          <a:prstGeom prst="rect">
            <a:avLst/>
          </a:prstGeom>
        </p:spPr>
      </p:pic>
      <p:pic>
        <p:nvPicPr>
          <p:cNvPr id="169" name="Picture 168" descr="37f5281a5a4713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5189219" y="3673602"/>
            <a:ext cx="268605" cy="268605"/>
          </a:xfrm>
          <a:prstGeom prst="rect">
            <a:avLst/>
          </a:prstGeom>
        </p:spPr>
      </p:pic>
      <p:pic>
        <p:nvPicPr>
          <p:cNvPr id="170" name="Picture 169" descr="b135cb87a43f5c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5489829" y="3673602"/>
            <a:ext cx="268605" cy="268605"/>
          </a:xfrm>
          <a:prstGeom prst="rect">
            <a:avLst/>
          </a:prstGeom>
        </p:spPr>
      </p:pic>
      <p:pic>
        <p:nvPicPr>
          <p:cNvPr id="171" name="Picture 170" descr="2b7f1c28c881fe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5790438" y="3673602"/>
            <a:ext cx="268605" cy="268605"/>
          </a:xfrm>
          <a:prstGeom prst="rect">
            <a:avLst/>
          </a:prstGeom>
        </p:spPr>
      </p:pic>
      <p:pic>
        <p:nvPicPr>
          <p:cNvPr id="172" name="Picture 171" descr="eadce03ebd9e53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6091046" y="3673602"/>
            <a:ext cx="268605" cy="268605"/>
          </a:xfrm>
          <a:prstGeom prst="rect">
            <a:avLst/>
          </a:prstGeom>
        </p:spPr>
      </p:pic>
      <p:pic>
        <p:nvPicPr>
          <p:cNvPr id="173" name="Picture 172" descr="5695702bc920b5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6391656" y="3673602"/>
            <a:ext cx="268605" cy="268605"/>
          </a:xfrm>
          <a:prstGeom prst="rect">
            <a:avLst/>
          </a:prstGeom>
        </p:spPr>
      </p:pic>
      <p:pic>
        <p:nvPicPr>
          <p:cNvPr id="174" name="Picture 173" descr="c8d0b81b7a83ca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6692265" y="3673602"/>
            <a:ext cx="268605" cy="268605"/>
          </a:xfrm>
          <a:prstGeom prst="rect">
            <a:avLst/>
          </a:prstGeom>
        </p:spPr>
      </p:pic>
      <p:pic>
        <p:nvPicPr>
          <p:cNvPr id="175" name="Picture 174" descr="8196cb35ce266d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6992873" y="3673602"/>
            <a:ext cx="268605" cy="268605"/>
          </a:xfrm>
          <a:prstGeom prst="rect">
            <a:avLst/>
          </a:prstGeom>
        </p:spPr>
      </p:pic>
      <p:pic>
        <p:nvPicPr>
          <p:cNvPr id="176" name="Picture 175" descr="f2a7012085d60d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7293482" y="3673602"/>
            <a:ext cx="268605" cy="268605"/>
          </a:xfrm>
          <a:prstGeom prst="rect">
            <a:avLst/>
          </a:prstGeom>
        </p:spPr>
      </p:pic>
      <p:pic>
        <p:nvPicPr>
          <p:cNvPr id="177" name="Picture 176" descr="db689b1a421e02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7594092" y="3673602"/>
            <a:ext cx="268605" cy="268605"/>
          </a:xfrm>
          <a:prstGeom prst="rect">
            <a:avLst/>
          </a:prstGeom>
        </p:spPr>
      </p:pic>
      <p:pic>
        <p:nvPicPr>
          <p:cNvPr id="178" name="Picture 177" descr="7abd0e02924324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1732216" y="3974210"/>
            <a:ext cx="268605" cy="268605"/>
          </a:xfrm>
          <a:prstGeom prst="rect">
            <a:avLst/>
          </a:prstGeom>
        </p:spPr>
      </p:pic>
      <p:pic>
        <p:nvPicPr>
          <p:cNvPr id="179" name="Picture 178" descr="9ea688ef1daa93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2032825" y="3974210"/>
            <a:ext cx="268605" cy="268605"/>
          </a:xfrm>
          <a:prstGeom prst="rect">
            <a:avLst/>
          </a:prstGeom>
        </p:spPr>
      </p:pic>
      <p:pic>
        <p:nvPicPr>
          <p:cNvPr id="180" name="Picture 179" descr="d5142f6627f9b1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2333434" y="3974210"/>
            <a:ext cx="268605" cy="268605"/>
          </a:xfrm>
          <a:prstGeom prst="rect">
            <a:avLst/>
          </a:prstGeom>
        </p:spPr>
      </p:pic>
      <p:pic>
        <p:nvPicPr>
          <p:cNvPr id="181" name="Picture 180" descr="df9ea22f69058c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2634043" y="3974210"/>
            <a:ext cx="268605" cy="268605"/>
          </a:xfrm>
          <a:prstGeom prst="rect">
            <a:avLst/>
          </a:prstGeom>
        </p:spPr>
      </p:pic>
      <p:pic>
        <p:nvPicPr>
          <p:cNvPr id="182" name="Picture 181" descr="3d43943254b425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2934652" y="3974210"/>
            <a:ext cx="268605" cy="268605"/>
          </a:xfrm>
          <a:prstGeom prst="rect">
            <a:avLst/>
          </a:prstGeom>
        </p:spPr>
      </p:pic>
      <p:pic>
        <p:nvPicPr>
          <p:cNvPr id="183" name="Picture 182" descr="e7dfd7c53b3e8b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3235261" y="3974210"/>
            <a:ext cx="268605" cy="268605"/>
          </a:xfrm>
          <a:prstGeom prst="rect">
            <a:avLst/>
          </a:prstGeom>
        </p:spPr>
      </p:pic>
      <p:pic>
        <p:nvPicPr>
          <p:cNvPr id="184" name="Picture 183" descr="e5a7f786509a87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3535870" y="3974210"/>
            <a:ext cx="268605" cy="268605"/>
          </a:xfrm>
          <a:prstGeom prst="rect">
            <a:avLst/>
          </a:prstGeom>
        </p:spPr>
      </p:pic>
      <p:pic>
        <p:nvPicPr>
          <p:cNvPr id="185" name="Picture 184" descr="e539effda0539b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3836479" y="3974210"/>
            <a:ext cx="268605" cy="268605"/>
          </a:xfrm>
          <a:prstGeom prst="rect">
            <a:avLst/>
          </a:prstGeom>
        </p:spPr>
      </p:pic>
      <p:pic>
        <p:nvPicPr>
          <p:cNvPr id="186" name="Picture 185" descr="56e20fc6b354b6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4137088" y="3974210"/>
            <a:ext cx="268605" cy="268605"/>
          </a:xfrm>
          <a:prstGeom prst="rect">
            <a:avLst/>
          </a:prstGeom>
        </p:spPr>
      </p:pic>
      <p:pic>
        <p:nvPicPr>
          <p:cNvPr id="187" name="Picture 186" descr="442d5cff7d3a47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4437697" y="3974210"/>
            <a:ext cx="268605" cy="268605"/>
          </a:xfrm>
          <a:prstGeom prst="rect">
            <a:avLst/>
          </a:prstGeom>
        </p:spPr>
      </p:pic>
      <p:pic>
        <p:nvPicPr>
          <p:cNvPr id="188" name="Picture 187" descr="e94a16f02febaa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4738306" y="3974210"/>
            <a:ext cx="268605" cy="268605"/>
          </a:xfrm>
          <a:prstGeom prst="rect">
            <a:avLst/>
          </a:prstGeom>
        </p:spPr>
      </p:pic>
      <p:pic>
        <p:nvPicPr>
          <p:cNvPr id="189" name="Picture 188" descr="44d7d119fa678d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5038915" y="3974210"/>
            <a:ext cx="268605" cy="268605"/>
          </a:xfrm>
          <a:prstGeom prst="rect">
            <a:avLst/>
          </a:prstGeom>
        </p:spPr>
      </p:pic>
      <p:pic>
        <p:nvPicPr>
          <p:cNvPr id="190" name="Picture 189" descr="f5ea773d056f79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5339524" y="3974210"/>
            <a:ext cx="268605" cy="268605"/>
          </a:xfrm>
          <a:prstGeom prst="rect">
            <a:avLst/>
          </a:prstGeom>
        </p:spPr>
      </p:pic>
      <p:pic>
        <p:nvPicPr>
          <p:cNvPr id="191" name="Picture 190" descr="b7ef842e267144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5640133" y="3974210"/>
            <a:ext cx="268605" cy="268605"/>
          </a:xfrm>
          <a:prstGeom prst="rect">
            <a:avLst/>
          </a:prstGeom>
        </p:spPr>
      </p:pic>
      <p:pic>
        <p:nvPicPr>
          <p:cNvPr id="192" name="Picture 191" descr="b352459b2ddc17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5940742" y="3974210"/>
            <a:ext cx="268605" cy="268605"/>
          </a:xfrm>
          <a:prstGeom prst="rect">
            <a:avLst/>
          </a:prstGeom>
        </p:spPr>
      </p:pic>
      <p:pic>
        <p:nvPicPr>
          <p:cNvPr id="193" name="Picture 192" descr="ff30f1fc5baabc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6241351" y="3974210"/>
            <a:ext cx="268605" cy="268605"/>
          </a:xfrm>
          <a:prstGeom prst="rect">
            <a:avLst/>
          </a:prstGeom>
        </p:spPr>
      </p:pic>
      <p:pic>
        <p:nvPicPr>
          <p:cNvPr id="194" name="Picture 193" descr="58966b394675b2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6541960" y="3974210"/>
            <a:ext cx="268605" cy="268605"/>
          </a:xfrm>
          <a:prstGeom prst="rect">
            <a:avLst/>
          </a:prstGeom>
        </p:spPr>
      </p:pic>
      <p:pic>
        <p:nvPicPr>
          <p:cNvPr id="195" name="Picture 194" descr="a4267455332eab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6842569" y="3974210"/>
            <a:ext cx="268605" cy="268605"/>
          </a:xfrm>
          <a:prstGeom prst="rect">
            <a:avLst/>
          </a:prstGeom>
        </p:spPr>
      </p:pic>
      <p:pic>
        <p:nvPicPr>
          <p:cNvPr id="196" name="Picture 195" descr="fe7e8ec8483cc2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7143178" y="3974210"/>
            <a:ext cx="268605" cy="268605"/>
          </a:xfrm>
          <a:prstGeom prst="rect">
            <a:avLst/>
          </a:prstGeom>
        </p:spPr>
      </p:pic>
      <p:sp>
        <p:nvSpPr>
          <p:cNvPr id="197" name="Rectangle 196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029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Total Standard: 113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5321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ptos"/>
              </a:rPr>
              <a:t>Total Premium: 97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063240" y="4791456"/>
            <a:ext cx="3017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Icons shown: 102 standard / 85 premium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6035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Power Platform connectors available in GCC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146304"/>
            <a:ext cx="23774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CADCFC"/>
                </a:solidFill>
                <a:latin typeface="Aptos"/>
              </a:rPr>
              <a:t>Total connectors: 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5303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CADCFC"/>
                </a:solidFill>
                <a:latin typeface="Aptos"/>
              </a:rPr>
              <a:t>Microsoft Learn connector reference | Duplicate product logos shown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028090"/>
                </a:solidFill>
                <a:latin typeface="Aptos"/>
              </a:rPr>
              <a:t>STANDARD</a:t>
            </a:r>
          </a:p>
        </p:txBody>
      </p:sp>
      <p:pic>
        <p:nvPicPr>
          <p:cNvPr id="8" name="Picture 7" descr="717c9a2bda7f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22" y="1298448"/>
            <a:ext cx="329184" cy="329184"/>
          </a:xfrm>
          <a:prstGeom prst="rect">
            <a:avLst/>
          </a:prstGeom>
        </p:spPr>
      </p:pic>
      <p:pic>
        <p:nvPicPr>
          <p:cNvPr id="9" name="Picture 8" descr="898223ce9371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1298448"/>
            <a:ext cx="329184" cy="329184"/>
          </a:xfrm>
          <a:prstGeom prst="rect">
            <a:avLst/>
          </a:prstGeom>
        </p:spPr>
      </p:pic>
      <p:pic>
        <p:nvPicPr>
          <p:cNvPr id="10" name="Picture 9" descr="b18a5337e3d7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498" y="1298448"/>
            <a:ext cx="329184" cy="329184"/>
          </a:xfrm>
          <a:prstGeom prst="rect">
            <a:avLst/>
          </a:prstGeom>
        </p:spPr>
      </p:pic>
      <p:pic>
        <p:nvPicPr>
          <p:cNvPr id="11" name="Picture 10" descr="9ce74f540d7a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686" y="1298448"/>
            <a:ext cx="329184" cy="329184"/>
          </a:xfrm>
          <a:prstGeom prst="rect">
            <a:avLst/>
          </a:prstGeom>
        </p:spPr>
      </p:pic>
      <p:pic>
        <p:nvPicPr>
          <p:cNvPr id="12" name="Picture 11" descr="747b6b5058c0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874" y="1298448"/>
            <a:ext cx="329184" cy="329184"/>
          </a:xfrm>
          <a:prstGeom prst="rect">
            <a:avLst/>
          </a:prstGeom>
        </p:spPr>
      </p:pic>
      <p:pic>
        <p:nvPicPr>
          <p:cNvPr id="13" name="Picture 12" descr="f1906ca5da4c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2062" y="1298448"/>
            <a:ext cx="329184" cy="329184"/>
          </a:xfrm>
          <a:prstGeom prst="rect">
            <a:avLst/>
          </a:prstGeom>
        </p:spPr>
      </p:pic>
      <p:pic>
        <p:nvPicPr>
          <p:cNvPr id="14" name="Picture 13" descr="aa92cb5915fa9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250" y="1298448"/>
            <a:ext cx="329184" cy="329184"/>
          </a:xfrm>
          <a:prstGeom prst="rect">
            <a:avLst/>
          </a:prstGeom>
        </p:spPr>
      </p:pic>
      <p:pic>
        <p:nvPicPr>
          <p:cNvPr id="15" name="Picture 14" descr="84a9c43f4703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4438" y="1298448"/>
            <a:ext cx="329184" cy="329184"/>
          </a:xfrm>
          <a:prstGeom prst="rect">
            <a:avLst/>
          </a:prstGeom>
        </p:spPr>
      </p:pic>
      <p:pic>
        <p:nvPicPr>
          <p:cNvPr id="16" name="Picture 15" descr="09d8098a5627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5626" y="1298448"/>
            <a:ext cx="329184" cy="329184"/>
          </a:xfrm>
          <a:prstGeom prst="rect">
            <a:avLst/>
          </a:prstGeom>
        </p:spPr>
      </p:pic>
      <p:pic>
        <p:nvPicPr>
          <p:cNvPr id="17" name="Picture 16" descr="0500dfae49523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6814" y="1298448"/>
            <a:ext cx="329184" cy="329184"/>
          </a:xfrm>
          <a:prstGeom prst="rect">
            <a:avLst/>
          </a:prstGeom>
        </p:spPr>
      </p:pic>
      <p:pic>
        <p:nvPicPr>
          <p:cNvPr id="18" name="Picture 17" descr="5832d2a314c03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8002" y="1298448"/>
            <a:ext cx="329184" cy="329184"/>
          </a:xfrm>
          <a:prstGeom prst="rect">
            <a:avLst/>
          </a:prstGeom>
        </p:spPr>
      </p:pic>
      <p:pic>
        <p:nvPicPr>
          <p:cNvPr id="19" name="Picture 18" descr="9bc8f43d654c3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9190" y="1298448"/>
            <a:ext cx="329184" cy="329184"/>
          </a:xfrm>
          <a:prstGeom prst="rect">
            <a:avLst/>
          </a:prstGeom>
        </p:spPr>
      </p:pic>
      <p:pic>
        <p:nvPicPr>
          <p:cNvPr id="20" name="Picture 19" descr="13438facd07d7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0378" y="1298448"/>
            <a:ext cx="329184" cy="329184"/>
          </a:xfrm>
          <a:prstGeom prst="rect">
            <a:avLst/>
          </a:prstGeom>
        </p:spPr>
      </p:pic>
      <p:pic>
        <p:nvPicPr>
          <p:cNvPr id="21" name="Picture 20" descr="459d3c9ad1763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1566" y="1298448"/>
            <a:ext cx="329184" cy="329184"/>
          </a:xfrm>
          <a:prstGeom prst="rect">
            <a:avLst/>
          </a:prstGeom>
        </p:spPr>
      </p:pic>
      <p:pic>
        <p:nvPicPr>
          <p:cNvPr id="22" name="Picture 21" descr="ef0712ef51656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32754" y="1298448"/>
            <a:ext cx="329184" cy="329184"/>
          </a:xfrm>
          <a:prstGeom prst="rect">
            <a:avLst/>
          </a:prstGeom>
        </p:spPr>
      </p:pic>
      <p:pic>
        <p:nvPicPr>
          <p:cNvPr id="23" name="Picture 22" descr="4373445b41f87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3942" y="1298448"/>
            <a:ext cx="329184" cy="329184"/>
          </a:xfrm>
          <a:prstGeom prst="rect">
            <a:avLst/>
          </a:prstGeom>
        </p:spPr>
      </p:pic>
      <p:pic>
        <p:nvPicPr>
          <p:cNvPr id="24" name="Picture 23" descr="c836e8389e0f6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5130" y="1298448"/>
            <a:ext cx="329184" cy="329184"/>
          </a:xfrm>
          <a:prstGeom prst="rect">
            <a:avLst/>
          </a:prstGeom>
        </p:spPr>
      </p:pic>
      <p:pic>
        <p:nvPicPr>
          <p:cNvPr id="25" name="Picture 24" descr="39caa7f6a397a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6318" y="1298448"/>
            <a:ext cx="329184" cy="329184"/>
          </a:xfrm>
          <a:prstGeom prst="rect">
            <a:avLst/>
          </a:prstGeom>
        </p:spPr>
      </p:pic>
      <p:pic>
        <p:nvPicPr>
          <p:cNvPr id="26" name="Picture 25" descr="8bad83e5b63ef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506" y="1298448"/>
            <a:ext cx="329184" cy="329184"/>
          </a:xfrm>
          <a:prstGeom prst="rect">
            <a:avLst/>
          </a:prstGeom>
        </p:spPr>
      </p:pic>
      <p:pic>
        <p:nvPicPr>
          <p:cNvPr id="27" name="Picture 26" descr="1ceaa96bae1f6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38694" y="1298448"/>
            <a:ext cx="329184" cy="329184"/>
          </a:xfrm>
          <a:prstGeom prst="rect">
            <a:avLst/>
          </a:prstGeom>
        </p:spPr>
      </p:pic>
      <p:pic>
        <p:nvPicPr>
          <p:cNvPr id="28" name="Picture 27" descr="21b0afac607c7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6122" y="1659636"/>
            <a:ext cx="329184" cy="329184"/>
          </a:xfrm>
          <a:prstGeom prst="rect">
            <a:avLst/>
          </a:prstGeom>
        </p:spPr>
      </p:pic>
      <p:pic>
        <p:nvPicPr>
          <p:cNvPr id="29" name="Picture 28" descr="f542221987651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37310" y="1659636"/>
            <a:ext cx="329184" cy="329184"/>
          </a:xfrm>
          <a:prstGeom prst="rect">
            <a:avLst/>
          </a:prstGeom>
        </p:spPr>
      </p:pic>
      <p:pic>
        <p:nvPicPr>
          <p:cNvPr id="30" name="Picture 29" descr="b62d74e76c3c9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98498" y="1659636"/>
            <a:ext cx="329184" cy="329184"/>
          </a:xfrm>
          <a:prstGeom prst="rect">
            <a:avLst/>
          </a:prstGeom>
        </p:spPr>
      </p:pic>
      <p:pic>
        <p:nvPicPr>
          <p:cNvPr id="31" name="Picture 30" descr="a76d1f6d16a75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59686" y="1659636"/>
            <a:ext cx="329184" cy="329184"/>
          </a:xfrm>
          <a:prstGeom prst="rect">
            <a:avLst/>
          </a:prstGeom>
        </p:spPr>
      </p:pic>
      <p:pic>
        <p:nvPicPr>
          <p:cNvPr id="32" name="Picture 31" descr="ee3d48f876a92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420874" y="1659636"/>
            <a:ext cx="329184" cy="329184"/>
          </a:xfrm>
          <a:prstGeom prst="rect">
            <a:avLst/>
          </a:prstGeom>
        </p:spPr>
      </p:pic>
      <p:pic>
        <p:nvPicPr>
          <p:cNvPr id="33" name="Picture 32" descr="657cf9388d8ce9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82062" y="1659636"/>
            <a:ext cx="329184" cy="329184"/>
          </a:xfrm>
          <a:prstGeom prst="rect">
            <a:avLst/>
          </a:prstGeom>
        </p:spPr>
      </p:pic>
      <p:pic>
        <p:nvPicPr>
          <p:cNvPr id="34" name="Picture 33" descr="c32a00254067fb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43250" y="1659636"/>
            <a:ext cx="329184" cy="329184"/>
          </a:xfrm>
          <a:prstGeom prst="rect">
            <a:avLst/>
          </a:prstGeom>
        </p:spPr>
      </p:pic>
      <p:pic>
        <p:nvPicPr>
          <p:cNvPr id="35" name="Picture 34" descr="8cebe8371b66e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04438" y="1659636"/>
            <a:ext cx="329184" cy="329184"/>
          </a:xfrm>
          <a:prstGeom prst="rect">
            <a:avLst/>
          </a:prstGeom>
        </p:spPr>
      </p:pic>
      <p:pic>
        <p:nvPicPr>
          <p:cNvPr id="36" name="Picture 35" descr="cc37a58c9e542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65626" y="1659636"/>
            <a:ext cx="329184" cy="329184"/>
          </a:xfrm>
          <a:prstGeom prst="rect">
            <a:avLst/>
          </a:prstGeom>
        </p:spPr>
      </p:pic>
      <p:pic>
        <p:nvPicPr>
          <p:cNvPr id="37" name="Picture 36" descr="78c8ebf4bc03fb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26814" y="1659636"/>
            <a:ext cx="329184" cy="329184"/>
          </a:xfrm>
          <a:prstGeom prst="rect">
            <a:avLst/>
          </a:prstGeom>
        </p:spPr>
      </p:pic>
      <p:pic>
        <p:nvPicPr>
          <p:cNvPr id="38" name="Picture 37" descr="e0548fb996104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88002" y="1659636"/>
            <a:ext cx="329184" cy="329184"/>
          </a:xfrm>
          <a:prstGeom prst="rect">
            <a:avLst/>
          </a:prstGeom>
        </p:spPr>
      </p:pic>
      <p:pic>
        <p:nvPicPr>
          <p:cNvPr id="39" name="Picture 38" descr="9e56eb8bcd603a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49190" y="1659636"/>
            <a:ext cx="329184" cy="329184"/>
          </a:xfrm>
          <a:prstGeom prst="rect">
            <a:avLst/>
          </a:prstGeom>
        </p:spPr>
      </p:pic>
      <p:pic>
        <p:nvPicPr>
          <p:cNvPr id="40" name="Picture 39" descr="f675487827402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10378" y="1659636"/>
            <a:ext cx="329184" cy="329184"/>
          </a:xfrm>
          <a:prstGeom prst="rect">
            <a:avLst/>
          </a:prstGeom>
        </p:spPr>
      </p:pic>
      <p:pic>
        <p:nvPicPr>
          <p:cNvPr id="41" name="Picture 40" descr="8395bde974776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71566" y="1659636"/>
            <a:ext cx="329184" cy="329184"/>
          </a:xfrm>
          <a:prstGeom prst="rect">
            <a:avLst/>
          </a:prstGeom>
        </p:spPr>
      </p:pic>
      <p:pic>
        <p:nvPicPr>
          <p:cNvPr id="42" name="Picture 41" descr="5fab4b7b0852e9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32754" y="1659636"/>
            <a:ext cx="329184" cy="329184"/>
          </a:xfrm>
          <a:prstGeom prst="rect">
            <a:avLst/>
          </a:prstGeom>
        </p:spPr>
      </p:pic>
      <p:pic>
        <p:nvPicPr>
          <p:cNvPr id="43" name="Picture 42" descr="86f68cfc425c8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93942" y="1659636"/>
            <a:ext cx="329184" cy="329184"/>
          </a:xfrm>
          <a:prstGeom prst="rect">
            <a:avLst/>
          </a:prstGeom>
        </p:spPr>
      </p:pic>
      <p:pic>
        <p:nvPicPr>
          <p:cNvPr id="44" name="Picture 43" descr="1c453b917b8b8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755130" y="1659636"/>
            <a:ext cx="329184" cy="329184"/>
          </a:xfrm>
          <a:prstGeom prst="rect">
            <a:avLst/>
          </a:prstGeom>
        </p:spPr>
      </p:pic>
      <p:pic>
        <p:nvPicPr>
          <p:cNvPr id="45" name="Picture 44" descr="a582e3ae3df0d5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16318" y="1659636"/>
            <a:ext cx="329184" cy="329184"/>
          </a:xfrm>
          <a:prstGeom prst="rect">
            <a:avLst/>
          </a:prstGeom>
        </p:spPr>
      </p:pic>
      <p:pic>
        <p:nvPicPr>
          <p:cNvPr id="46" name="Picture 45" descr="cdd788a6527cc3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77506" y="1659636"/>
            <a:ext cx="329184" cy="329184"/>
          </a:xfrm>
          <a:prstGeom prst="rect">
            <a:avLst/>
          </a:prstGeom>
        </p:spPr>
      </p:pic>
      <p:pic>
        <p:nvPicPr>
          <p:cNvPr id="47" name="Picture 46" descr="198dbba7a313d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838694" y="1659636"/>
            <a:ext cx="329184" cy="329184"/>
          </a:xfrm>
          <a:prstGeom prst="rect">
            <a:avLst/>
          </a:prstGeom>
        </p:spPr>
      </p:pic>
      <p:pic>
        <p:nvPicPr>
          <p:cNvPr id="48" name="Picture 47" descr="df71bd450c630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56716" y="2020824"/>
            <a:ext cx="329184" cy="329184"/>
          </a:xfrm>
          <a:prstGeom prst="rect">
            <a:avLst/>
          </a:prstGeom>
        </p:spPr>
      </p:pic>
      <p:pic>
        <p:nvPicPr>
          <p:cNvPr id="49" name="Picture 48" descr="98a9bd521e097c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17904" y="2020824"/>
            <a:ext cx="329184" cy="329184"/>
          </a:xfrm>
          <a:prstGeom prst="rect">
            <a:avLst/>
          </a:prstGeom>
        </p:spPr>
      </p:pic>
      <p:pic>
        <p:nvPicPr>
          <p:cNvPr id="50" name="Picture 49" descr="405770c99fe025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79092" y="2020824"/>
            <a:ext cx="329184" cy="329184"/>
          </a:xfrm>
          <a:prstGeom prst="rect">
            <a:avLst/>
          </a:prstGeom>
        </p:spPr>
      </p:pic>
      <p:pic>
        <p:nvPicPr>
          <p:cNvPr id="51" name="Picture 50" descr="8585438ec61618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40280" y="2020824"/>
            <a:ext cx="329184" cy="329184"/>
          </a:xfrm>
          <a:prstGeom prst="rect">
            <a:avLst/>
          </a:prstGeom>
        </p:spPr>
      </p:pic>
      <p:pic>
        <p:nvPicPr>
          <p:cNvPr id="52" name="Picture 51" descr="989d627c7e5c5f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01468" y="2020824"/>
            <a:ext cx="329184" cy="329184"/>
          </a:xfrm>
          <a:prstGeom prst="rect">
            <a:avLst/>
          </a:prstGeom>
        </p:spPr>
      </p:pic>
      <p:pic>
        <p:nvPicPr>
          <p:cNvPr id="53" name="Picture 52" descr="5e71b90c1a383a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962656" y="2020824"/>
            <a:ext cx="329184" cy="329184"/>
          </a:xfrm>
          <a:prstGeom prst="rect">
            <a:avLst/>
          </a:prstGeom>
        </p:spPr>
      </p:pic>
      <p:pic>
        <p:nvPicPr>
          <p:cNvPr id="54" name="Picture 53" descr="5ffe87ffddb317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323844" y="2020824"/>
            <a:ext cx="329184" cy="329184"/>
          </a:xfrm>
          <a:prstGeom prst="rect">
            <a:avLst/>
          </a:prstGeom>
        </p:spPr>
      </p:pic>
      <p:pic>
        <p:nvPicPr>
          <p:cNvPr id="55" name="Picture 54" descr="9945001c005442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685032" y="2020824"/>
            <a:ext cx="329184" cy="329184"/>
          </a:xfrm>
          <a:prstGeom prst="rect">
            <a:avLst/>
          </a:prstGeom>
        </p:spPr>
      </p:pic>
      <p:pic>
        <p:nvPicPr>
          <p:cNvPr id="56" name="Picture 55" descr="774038bbf3e47f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046220" y="2020824"/>
            <a:ext cx="329184" cy="329184"/>
          </a:xfrm>
          <a:prstGeom prst="rect">
            <a:avLst/>
          </a:prstGeom>
        </p:spPr>
      </p:pic>
      <p:pic>
        <p:nvPicPr>
          <p:cNvPr id="57" name="Picture 56" descr="6ab6778f0570f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407408" y="2020824"/>
            <a:ext cx="329184" cy="329184"/>
          </a:xfrm>
          <a:prstGeom prst="rect">
            <a:avLst/>
          </a:prstGeom>
        </p:spPr>
      </p:pic>
      <p:pic>
        <p:nvPicPr>
          <p:cNvPr id="58" name="Picture 57" descr="ecd6cba459b0a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768596" y="2020824"/>
            <a:ext cx="329184" cy="329184"/>
          </a:xfrm>
          <a:prstGeom prst="rect">
            <a:avLst/>
          </a:prstGeom>
        </p:spPr>
      </p:pic>
      <p:pic>
        <p:nvPicPr>
          <p:cNvPr id="59" name="Picture 58" descr="1f3b94853c0904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129784" y="2020824"/>
            <a:ext cx="329184" cy="329184"/>
          </a:xfrm>
          <a:prstGeom prst="rect">
            <a:avLst/>
          </a:prstGeom>
        </p:spPr>
      </p:pic>
      <p:pic>
        <p:nvPicPr>
          <p:cNvPr id="60" name="Picture 59" descr="9f1fa6a768541f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490972" y="2020824"/>
            <a:ext cx="329184" cy="329184"/>
          </a:xfrm>
          <a:prstGeom prst="rect">
            <a:avLst/>
          </a:prstGeom>
        </p:spPr>
      </p:pic>
      <p:pic>
        <p:nvPicPr>
          <p:cNvPr id="61" name="Picture 60" descr="e82ff16a045a60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852160" y="2020824"/>
            <a:ext cx="329184" cy="329184"/>
          </a:xfrm>
          <a:prstGeom prst="rect">
            <a:avLst/>
          </a:prstGeom>
        </p:spPr>
      </p:pic>
      <p:pic>
        <p:nvPicPr>
          <p:cNvPr id="62" name="Picture 61" descr="242fd9407f50b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213348" y="2020824"/>
            <a:ext cx="329184" cy="329184"/>
          </a:xfrm>
          <a:prstGeom prst="rect">
            <a:avLst/>
          </a:prstGeom>
        </p:spPr>
      </p:pic>
      <p:pic>
        <p:nvPicPr>
          <p:cNvPr id="63" name="Picture 62" descr="83eb1a40ae665c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574536" y="2020824"/>
            <a:ext cx="329184" cy="329184"/>
          </a:xfrm>
          <a:prstGeom prst="rect">
            <a:avLst/>
          </a:prstGeom>
        </p:spPr>
      </p:pic>
      <p:pic>
        <p:nvPicPr>
          <p:cNvPr id="64" name="Picture 63" descr="14d7b8d3e9ffa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935724" y="2020824"/>
            <a:ext cx="329184" cy="329184"/>
          </a:xfrm>
          <a:prstGeom prst="rect">
            <a:avLst/>
          </a:prstGeom>
        </p:spPr>
      </p:pic>
      <p:pic>
        <p:nvPicPr>
          <p:cNvPr id="65" name="Picture 64" descr="5a06707379c34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296912" y="2020824"/>
            <a:ext cx="329184" cy="329184"/>
          </a:xfrm>
          <a:prstGeom prst="rect">
            <a:avLst/>
          </a:prstGeom>
        </p:spPr>
      </p:pic>
      <p:pic>
        <p:nvPicPr>
          <p:cNvPr id="66" name="Picture 65" descr="212263bb71ab68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658100" y="2020824"/>
            <a:ext cx="329184" cy="329184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11480" y="2761488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2834640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1E2761"/>
                </a:solidFill>
                <a:latin typeface="Aptos"/>
              </a:rPr>
              <a:t>PREMIUM</a:t>
            </a:r>
          </a:p>
        </p:txBody>
      </p:sp>
      <p:pic>
        <p:nvPicPr>
          <p:cNvPr id="69" name="Picture 68" descr="b1d28f0a899570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337310" y="3072384"/>
            <a:ext cx="329184" cy="329184"/>
          </a:xfrm>
          <a:prstGeom prst="rect">
            <a:avLst/>
          </a:prstGeom>
        </p:spPr>
      </p:pic>
      <p:pic>
        <p:nvPicPr>
          <p:cNvPr id="70" name="Picture 69" descr="bec64d31584c47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698498" y="3072384"/>
            <a:ext cx="329184" cy="329184"/>
          </a:xfrm>
          <a:prstGeom prst="rect">
            <a:avLst/>
          </a:prstGeom>
        </p:spPr>
      </p:pic>
      <p:pic>
        <p:nvPicPr>
          <p:cNvPr id="71" name="Picture 70" descr="f47a06a8a39fd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059686" y="3072384"/>
            <a:ext cx="329184" cy="329184"/>
          </a:xfrm>
          <a:prstGeom prst="rect">
            <a:avLst/>
          </a:prstGeom>
        </p:spPr>
      </p:pic>
      <p:pic>
        <p:nvPicPr>
          <p:cNvPr id="72" name="Picture 71" descr="4a1951e865a268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420874" y="3072384"/>
            <a:ext cx="329184" cy="329184"/>
          </a:xfrm>
          <a:prstGeom prst="rect">
            <a:avLst/>
          </a:prstGeom>
        </p:spPr>
      </p:pic>
      <p:pic>
        <p:nvPicPr>
          <p:cNvPr id="73" name="Picture 72" descr="c9d00a50a0af81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782062" y="3072384"/>
            <a:ext cx="329184" cy="329184"/>
          </a:xfrm>
          <a:prstGeom prst="rect">
            <a:avLst/>
          </a:prstGeom>
        </p:spPr>
      </p:pic>
      <p:pic>
        <p:nvPicPr>
          <p:cNvPr id="74" name="Picture 73" descr="0f227b8364eb72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143250" y="3072384"/>
            <a:ext cx="329184" cy="329184"/>
          </a:xfrm>
          <a:prstGeom prst="rect">
            <a:avLst/>
          </a:prstGeom>
        </p:spPr>
      </p:pic>
      <p:pic>
        <p:nvPicPr>
          <p:cNvPr id="75" name="Picture 74" descr="3b06f6bafc9b56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504438" y="3072384"/>
            <a:ext cx="329184" cy="329184"/>
          </a:xfrm>
          <a:prstGeom prst="rect">
            <a:avLst/>
          </a:prstGeom>
        </p:spPr>
      </p:pic>
      <p:pic>
        <p:nvPicPr>
          <p:cNvPr id="76" name="Picture 75" descr="a9c6a17d22ef43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3865626" y="3072384"/>
            <a:ext cx="329184" cy="329184"/>
          </a:xfrm>
          <a:prstGeom prst="rect">
            <a:avLst/>
          </a:prstGeom>
        </p:spPr>
      </p:pic>
      <p:pic>
        <p:nvPicPr>
          <p:cNvPr id="77" name="Picture 76" descr="87eab4ecf4dcf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226814" y="3072384"/>
            <a:ext cx="329184" cy="329184"/>
          </a:xfrm>
          <a:prstGeom prst="rect">
            <a:avLst/>
          </a:prstGeom>
        </p:spPr>
      </p:pic>
      <p:pic>
        <p:nvPicPr>
          <p:cNvPr id="78" name="Picture 77" descr="39caa7f6a397a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8002" y="3072384"/>
            <a:ext cx="329184" cy="329184"/>
          </a:xfrm>
          <a:prstGeom prst="rect">
            <a:avLst/>
          </a:prstGeom>
        </p:spPr>
      </p:pic>
      <p:pic>
        <p:nvPicPr>
          <p:cNvPr id="79" name="Picture 78" descr="dc2c4f7bb77678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949190" y="3072384"/>
            <a:ext cx="329184" cy="329184"/>
          </a:xfrm>
          <a:prstGeom prst="rect">
            <a:avLst/>
          </a:prstGeom>
        </p:spPr>
      </p:pic>
      <p:pic>
        <p:nvPicPr>
          <p:cNvPr id="80" name="Picture 79" descr="10b66ac3ba207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310378" y="3072384"/>
            <a:ext cx="329184" cy="329184"/>
          </a:xfrm>
          <a:prstGeom prst="rect">
            <a:avLst/>
          </a:prstGeom>
        </p:spPr>
      </p:pic>
      <p:pic>
        <p:nvPicPr>
          <p:cNvPr id="81" name="Picture 80" descr="8665334102e0d7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671566" y="3072384"/>
            <a:ext cx="329184" cy="329184"/>
          </a:xfrm>
          <a:prstGeom prst="rect">
            <a:avLst/>
          </a:prstGeom>
        </p:spPr>
      </p:pic>
      <p:pic>
        <p:nvPicPr>
          <p:cNvPr id="82" name="Picture 81" descr="6ea8427724a337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032754" y="3072384"/>
            <a:ext cx="329184" cy="329184"/>
          </a:xfrm>
          <a:prstGeom prst="rect">
            <a:avLst/>
          </a:prstGeom>
        </p:spPr>
      </p:pic>
      <p:pic>
        <p:nvPicPr>
          <p:cNvPr id="83" name="Picture 82" descr="e0a50b41a2ae99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393942" y="3072384"/>
            <a:ext cx="329184" cy="329184"/>
          </a:xfrm>
          <a:prstGeom prst="rect">
            <a:avLst/>
          </a:prstGeom>
        </p:spPr>
      </p:pic>
      <p:pic>
        <p:nvPicPr>
          <p:cNvPr id="84" name="Picture 83" descr="9f342d053b1cb0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6755130" y="3072384"/>
            <a:ext cx="329184" cy="329184"/>
          </a:xfrm>
          <a:prstGeom prst="rect">
            <a:avLst/>
          </a:prstGeom>
        </p:spPr>
      </p:pic>
      <p:pic>
        <p:nvPicPr>
          <p:cNvPr id="85" name="Picture 84" descr="bc43ef3944c0c9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7116318" y="3072384"/>
            <a:ext cx="329184" cy="329184"/>
          </a:xfrm>
          <a:prstGeom prst="rect">
            <a:avLst/>
          </a:prstGeom>
        </p:spPr>
      </p:pic>
      <p:pic>
        <p:nvPicPr>
          <p:cNvPr id="86" name="Picture 85" descr="1b4a9d78eb246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477506" y="3072384"/>
            <a:ext cx="329184" cy="329184"/>
          </a:xfrm>
          <a:prstGeom prst="rect">
            <a:avLst/>
          </a:prstGeom>
        </p:spPr>
      </p:pic>
      <p:pic>
        <p:nvPicPr>
          <p:cNvPr id="87" name="Picture 86" descr="49a17dbc9c4834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337310" y="3433572"/>
            <a:ext cx="329184" cy="329184"/>
          </a:xfrm>
          <a:prstGeom prst="rect">
            <a:avLst/>
          </a:prstGeom>
        </p:spPr>
      </p:pic>
      <p:pic>
        <p:nvPicPr>
          <p:cNvPr id="88" name="Picture 87" descr="27dfc79f2b4f9f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698498" y="3433572"/>
            <a:ext cx="329184" cy="329184"/>
          </a:xfrm>
          <a:prstGeom prst="rect">
            <a:avLst/>
          </a:prstGeom>
        </p:spPr>
      </p:pic>
      <p:pic>
        <p:nvPicPr>
          <p:cNvPr id="89" name="Picture 88" descr="42785a6849d3d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059686" y="3433572"/>
            <a:ext cx="329184" cy="329184"/>
          </a:xfrm>
          <a:prstGeom prst="rect">
            <a:avLst/>
          </a:prstGeom>
        </p:spPr>
      </p:pic>
      <p:pic>
        <p:nvPicPr>
          <p:cNvPr id="90" name="Picture 89" descr="48237cf429b70e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2420874" y="3433572"/>
            <a:ext cx="329184" cy="329184"/>
          </a:xfrm>
          <a:prstGeom prst="rect">
            <a:avLst/>
          </a:prstGeom>
        </p:spPr>
      </p:pic>
      <p:pic>
        <p:nvPicPr>
          <p:cNvPr id="91" name="Picture 90" descr="2af782c34a890c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782062" y="3433572"/>
            <a:ext cx="329184" cy="329184"/>
          </a:xfrm>
          <a:prstGeom prst="rect">
            <a:avLst/>
          </a:prstGeom>
        </p:spPr>
      </p:pic>
      <p:pic>
        <p:nvPicPr>
          <p:cNvPr id="92" name="Picture 91" descr="0a77b2cdf53e3b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3143250" y="3433572"/>
            <a:ext cx="329184" cy="329184"/>
          </a:xfrm>
          <a:prstGeom prst="rect">
            <a:avLst/>
          </a:prstGeom>
        </p:spPr>
      </p:pic>
      <p:pic>
        <p:nvPicPr>
          <p:cNvPr id="93" name="Picture 92" descr="5cac535b4316bc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504438" y="3433572"/>
            <a:ext cx="329184" cy="329184"/>
          </a:xfrm>
          <a:prstGeom prst="rect">
            <a:avLst/>
          </a:prstGeom>
        </p:spPr>
      </p:pic>
      <p:pic>
        <p:nvPicPr>
          <p:cNvPr id="94" name="Picture 93" descr="d98638167aa827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3865626" y="3433572"/>
            <a:ext cx="329184" cy="329184"/>
          </a:xfrm>
          <a:prstGeom prst="rect">
            <a:avLst/>
          </a:prstGeom>
        </p:spPr>
      </p:pic>
      <p:pic>
        <p:nvPicPr>
          <p:cNvPr id="95" name="Picture 94" descr="f43a90281212e1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4226814" y="3433572"/>
            <a:ext cx="329184" cy="329184"/>
          </a:xfrm>
          <a:prstGeom prst="rect">
            <a:avLst/>
          </a:prstGeom>
        </p:spPr>
      </p:pic>
      <p:pic>
        <p:nvPicPr>
          <p:cNvPr id="96" name="Picture 95" descr="bf68a99cf8051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4588002" y="3433572"/>
            <a:ext cx="329184" cy="329184"/>
          </a:xfrm>
          <a:prstGeom prst="rect">
            <a:avLst/>
          </a:prstGeom>
        </p:spPr>
      </p:pic>
      <p:pic>
        <p:nvPicPr>
          <p:cNvPr id="97" name="Picture 96" descr="6846cd793bcbc0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4949190" y="3433572"/>
            <a:ext cx="329184" cy="329184"/>
          </a:xfrm>
          <a:prstGeom prst="rect">
            <a:avLst/>
          </a:prstGeom>
        </p:spPr>
      </p:pic>
      <p:pic>
        <p:nvPicPr>
          <p:cNvPr id="98" name="Picture 97" descr="0b67be0062c603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5310378" y="3433572"/>
            <a:ext cx="329184" cy="329184"/>
          </a:xfrm>
          <a:prstGeom prst="rect">
            <a:avLst/>
          </a:prstGeom>
        </p:spPr>
      </p:pic>
      <p:pic>
        <p:nvPicPr>
          <p:cNvPr id="99" name="Picture 98" descr="d0689d3dcac31e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5671566" y="3433572"/>
            <a:ext cx="329184" cy="329184"/>
          </a:xfrm>
          <a:prstGeom prst="rect">
            <a:avLst/>
          </a:prstGeom>
        </p:spPr>
      </p:pic>
      <p:pic>
        <p:nvPicPr>
          <p:cNvPr id="100" name="Picture 99" descr="e645bd146318d7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6032754" y="3433572"/>
            <a:ext cx="329184" cy="329184"/>
          </a:xfrm>
          <a:prstGeom prst="rect">
            <a:avLst/>
          </a:prstGeom>
        </p:spPr>
      </p:pic>
      <p:pic>
        <p:nvPicPr>
          <p:cNvPr id="101" name="Picture 100" descr="c347ccc2f1b8e8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393942" y="3433572"/>
            <a:ext cx="329184" cy="329184"/>
          </a:xfrm>
          <a:prstGeom prst="rect">
            <a:avLst/>
          </a:prstGeom>
        </p:spPr>
      </p:pic>
      <p:pic>
        <p:nvPicPr>
          <p:cNvPr id="102" name="Picture 101" descr="775618c3d0fcf5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755130" y="3433572"/>
            <a:ext cx="329184" cy="329184"/>
          </a:xfrm>
          <a:prstGeom prst="rect">
            <a:avLst/>
          </a:prstGeom>
        </p:spPr>
      </p:pic>
      <p:pic>
        <p:nvPicPr>
          <p:cNvPr id="103" name="Picture 102" descr="37f5281a5a4713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116318" y="3433572"/>
            <a:ext cx="329184" cy="329184"/>
          </a:xfrm>
          <a:prstGeom prst="rect">
            <a:avLst/>
          </a:prstGeom>
        </p:spPr>
      </p:pic>
      <p:pic>
        <p:nvPicPr>
          <p:cNvPr id="104" name="Picture 103" descr="2b7f1c28c881fe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7477506" y="3433572"/>
            <a:ext cx="329184" cy="329184"/>
          </a:xfrm>
          <a:prstGeom prst="rect">
            <a:avLst/>
          </a:prstGeom>
        </p:spPr>
      </p:pic>
      <p:pic>
        <p:nvPicPr>
          <p:cNvPr id="105" name="Picture 104" descr="eadce03ebd9e53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337310" y="3794760"/>
            <a:ext cx="329184" cy="329184"/>
          </a:xfrm>
          <a:prstGeom prst="rect">
            <a:avLst/>
          </a:prstGeom>
        </p:spPr>
      </p:pic>
      <p:pic>
        <p:nvPicPr>
          <p:cNvPr id="106" name="Picture 105" descr="5695702bc920b5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698498" y="3794760"/>
            <a:ext cx="329184" cy="329184"/>
          </a:xfrm>
          <a:prstGeom prst="rect">
            <a:avLst/>
          </a:prstGeom>
        </p:spPr>
      </p:pic>
      <p:pic>
        <p:nvPicPr>
          <p:cNvPr id="107" name="Picture 106" descr="c8d0b81b7a83ca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059686" y="3794760"/>
            <a:ext cx="329184" cy="329184"/>
          </a:xfrm>
          <a:prstGeom prst="rect">
            <a:avLst/>
          </a:prstGeom>
        </p:spPr>
      </p:pic>
      <p:pic>
        <p:nvPicPr>
          <p:cNvPr id="108" name="Picture 107" descr="8196cb35ce266d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2420874" y="3794760"/>
            <a:ext cx="329184" cy="329184"/>
          </a:xfrm>
          <a:prstGeom prst="rect">
            <a:avLst/>
          </a:prstGeom>
        </p:spPr>
      </p:pic>
      <p:pic>
        <p:nvPicPr>
          <p:cNvPr id="109" name="Picture 108" descr="f2a7012085d60d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82062" y="3794760"/>
            <a:ext cx="329184" cy="329184"/>
          </a:xfrm>
          <a:prstGeom prst="rect">
            <a:avLst/>
          </a:prstGeom>
        </p:spPr>
      </p:pic>
      <p:pic>
        <p:nvPicPr>
          <p:cNvPr id="110" name="Picture 109" descr="db689b1a421e02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143250" y="3794760"/>
            <a:ext cx="329184" cy="329184"/>
          </a:xfrm>
          <a:prstGeom prst="rect">
            <a:avLst/>
          </a:prstGeom>
        </p:spPr>
      </p:pic>
      <p:pic>
        <p:nvPicPr>
          <p:cNvPr id="111" name="Picture 110" descr="7abd0e02924324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504438" y="3794760"/>
            <a:ext cx="329184" cy="329184"/>
          </a:xfrm>
          <a:prstGeom prst="rect">
            <a:avLst/>
          </a:prstGeom>
        </p:spPr>
      </p:pic>
      <p:pic>
        <p:nvPicPr>
          <p:cNvPr id="112" name="Picture 111" descr="9ea688ef1daa93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865626" y="3794760"/>
            <a:ext cx="329184" cy="329184"/>
          </a:xfrm>
          <a:prstGeom prst="rect">
            <a:avLst/>
          </a:prstGeom>
        </p:spPr>
      </p:pic>
      <p:pic>
        <p:nvPicPr>
          <p:cNvPr id="113" name="Picture 112" descr="df9ea22f69058c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226814" y="3794760"/>
            <a:ext cx="329184" cy="329184"/>
          </a:xfrm>
          <a:prstGeom prst="rect">
            <a:avLst/>
          </a:prstGeom>
        </p:spPr>
      </p:pic>
      <p:pic>
        <p:nvPicPr>
          <p:cNvPr id="114" name="Picture 113" descr="3d43943254b425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588002" y="3794760"/>
            <a:ext cx="329184" cy="329184"/>
          </a:xfrm>
          <a:prstGeom prst="rect">
            <a:avLst/>
          </a:prstGeom>
        </p:spPr>
      </p:pic>
      <p:pic>
        <p:nvPicPr>
          <p:cNvPr id="115" name="Picture 114" descr="e7dfd7c53b3e8b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4949190" y="3794760"/>
            <a:ext cx="329184" cy="329184"/>
          </a:xfrm>
          <a:prstGeom prst="rect">
            <a:avLst/>
          </a:prstGeom>
        </p:spPr>
      </p:pic>
      <p:pic>
        <p:nvPicPr>
          <p:cNvPr id="116" name="Picture 115" descr="e5a7f786509a87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5310378" y="3794760"/>
            <a:ext cx="329184" cy="329184"/>
          </a:xfrm>
          <a:prstGeom prst="rect">
            <a:avLst/>
          </a:prstGeom>
        </p:spPr>
      </p:pic>
      <p:pic>
        <p:nvPicPr>
          <p:cNvPr id="117" name="Picture 116" descr="e539effda0539b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5671566" y="3794760"/>
            <a:ext cx="329184" cy="329184"/>
          </a:xfrm>
          <a:prstGeom prst="rect">
            <a:avLst/>
          </a:prstGeom>
        </p:spPr>
      </p:pic>
      <p:pic>
        <p:nvPicPr>
          <p:cNvPr id="118" name="Picture 117" descr="442d5cff7d3a47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6032754" y="3794760"/>
            <a:ext cx="329184" cy="329184"/>
          </a:xfrm>
          <a:prstGeom prst="rect">
            <a:avLst/>
          </a:prstGeom>
        </p:spPr>
      </p:pic>
      <p:pic>
        <p:nvPicPr>
          <p:cNvPr id="119" name="Picture 118" descr="44d7d119fa678d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393942" y="3794760"/>
            <a:ext cx="329184" cy="329184"/>
          </a:xfrm>
          <a:prstGeom prst="rect">
            <a:avLst/>
          </a:prstGeom>
        </p:spPr>
      </p:pic>
      <p:pic>
        <p:nvPicPr>
          <p:cNvPr id="120" name="Picture 119" descr="ff30f1fc5baabc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6755130" y="3794760"/>
            <a:ext cx="329184" cy="329184"/>
          </a:xfrm>
          <a:prstGeom prst="rect">
            <a:avLst/>
          </a:prstGeom>
        </p:spPr>
      </p:pic>
      <p:pic>
        <p:nvPicPr>
          <p:cNvPr id="121" name="Picture 120" descr="58966b394675b2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7116318" y="3794760"/>
            <a:ext cx="329184" cy="329184"/>
          </a:xfrm>
          <a:prstGeom prst="rect">
            <a:avLst/>
          </a:prstGeom>
        </p:spPr>
      </p:pic>
      <p:pic>
        <p:nvPicPr>
          <p:cNvPr id="122" name="Picture 121" descr="a4267455332eab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477506" y="3794760"/>
            <a:ext cx="329184" cy="329184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029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Total Standard: 62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321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ptos"/>
              </a:rPr>
              <a:t>Total Premium: 66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63240" y="4791456"/>
            <a:ext cx="3017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Icons shown: 59 standard / 54 premium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6035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Power Platform connectors available in DoD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146304"/>
            <a:ext cx="23774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700" b="1">
                <a:solidFill>
                  <a:srgbClr val="CADCFC"/>
                </a:solidFill>
                <a:latin typeface="Aptos"/>
              </a:rPr>
              <a:t>Total connectors: 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5303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>
                <a:solidFill>
                  <a:srgbClr val="CADCFC"/>
                </a:solidFill>
                <a:latin typeface="Aptos"/>
              </a:rPr>
              <a:t>Microsoft Learn connector reference | Duplicate product logos shown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028090"/>
                </a:solidFill>
                <a:latin typeface="Aptos"/>
              </a:rPr>
              <a:t>STANDARD</a:t>
            </a:r>
          </a:p>
        </p:txBody>
      </p:sp>
      <p:pic>
        <p:nvPicPr>
          <p:cNvPr id="8" name="Picture 7" descr="717c9a2bda7f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298448"/>
            <a:ext cx="329184" cy="329184"/>
          </a:xfrm>
          <a:prstGeom prst="rect">
            <a:avLst/>
          </a:prstGeom>
        </p:spPr>
      </p:pic>
      <p:pic>
        <p:nvPicPr>
          <p:cNvPr id="9" name="Picture 8" descr="898223ce9371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498" y="1298448"/>
            <a:ext cx="329184" cy="329184"/>
          </a:xfrm>
          <a:prstGeom prst="rect">
            <a:avLst/>
          </a:prstGeom>
        </p:spPr>
      </p:pic>
      <p:pic>
        <p:nvPicPr>
          <p:cNvPr id="10" name="Picture 9" descr="b18a5337e3d7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686" y="1298448"/>
            <a:ext cx="329184" cy="329184"/>
          </a:xfrm>
          <a:prstGeom prst="rect">
            <a:avLst/>
          </a:prstGeom>
        </p:spPr>
      </p:pic>
      <p:pic>
        <p:nvPicPr>
          <p:cNvPr id="11" name="Picture 10" descr="9ce74f540d7a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874" y="1298448"/>
            <a:ext cx="329184" cy="329184"/>
          </a:xfrm>
          <a:prstGeom prst="rect">
            <a:avLst/>
          </a:prstGeom>
        </p:spPr>
      </p:pic>
      <p:pic>
        <p:nvPicPr>
          <p:cNvPr id="12" name="Picture 11" descr="747b6b5058c0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2062" y="1298448"/>
            <a:ext cx="329184" cy="329184"/>
          </a:xfrm>
          <a:prstGeom prst="rect">
            <a:avLst/>
          </a:prstGeom>
        </p:spPr>
      </p:pic>
      <p:pic>
        <p:nvPicPr>
          <p:cNvPr id="13" name="Picture 12" descr="f1906ca5da4c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0" y="1298448"/>
            <a:ext cx="329184" cy="329184"/>
          </a:xfrm>
          <a:prstGeom prst="rect">
            <a:avLst/>
          </a:prstGeom>
        </p:spPr>
      </p:pic>
      <p:pic>
        <p:nvPicPr>
          <p:cNvPr id="14" name="Picture 13" descr="aa92cb5915fa9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4438" y="1298448"/>
            <a:ext cx="329184" cy="329184"/>
          </a:xfrm>
          <a:prstGeom prst="rect">
            <a:avLst/>
          </a:prstGeom>
        </p:spPr>
      </p:pic>
      <p:pic>
        <p:nvPicPr>
          <p:cNvPr id="15" name="Picture 14" descr="84a9c43f4703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5626" y="1298448"/>
            <a:ext cx="329184" cy="329184"/>
          </a:xfrm>
          <a:prstGeom prst="rect">
            <a:avLst/>
          </a:prstGeom>
        </p:spPr>
      </p:pic>
      <p:pic>
        <p:nvPicPr>
          <p:cNvPr id="16" name="Picture 15" descr="09d8098a5627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6814" y="1298448"/>
            <a:ext cx="329184" cy="329184"/>
          </a:xfrm>
          <a:prstGeom prst="rect">
            <a:avLst/>
          </a:prstGeom>
        </p:spPr>
      </p:pic>
      <p:pic>
        <p:nvPicPr>
          <p:cNvPr id="17" name="Picture 16" descr="0500dfae49523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8002" y="1298448"/>
            <a:ext cx="329184" cy="329184"/>
          </a:xfrm>
          <a:prstGeom prst="rect">
            <a:avLst/>
          </a:prstGeom>
        </p:spPr>
      </p:pic>
      <p:pic>
        <p:nvPicPr>
          <p:cNvPr id="18" name="Picture 17" descr="5832d2a314c03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9190" y="1298448"/>
            <a:ext cx="329184" cy="329184"/>
          </a:xfrm>
          <a:prstGeom prst="rect">
            <a:avLst/>
          </a:prstGeom>
        </p:spPr>
      </p:pic>
      <p:pic>
        <p:nvPicPr>
          <p:cNvPr id="19" name="Picture 18" descr="9bc8f43d654c3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0378" y="1298448"/>
            <a:ext cx="329184" cy="329184"/>
          </a:xfrm>
          <a:prstGeom prst="rect">
            <a:avLst/>
          </a:prstGeom>
        </p:spPr>
      </p:pic>
      <p:pic>
        <p:nvPicPr>
          <p:cNvPr id="20" name="Picture 19" descr="459d3c9ad1763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71566" y="1298448"/>
            <a:ext cx="329184" cy="329184"/>
          </a:xfrm>
          <a:prstGeom prst="rect">
            <a:avLst/>
          </a:prstGeom>
        </p:spPr>
      </p:pic>
      <p:pic>
        <p:nvPicPr>
          <p:cNvPr id="21" name="Picture 20" descr="ef0712ef51656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2754" y="1298448"/>
            <a:ext cx="329184" cy="329184"/>
          </a:xfrm>
          <a:prstGeom prst="rect">
            <a:avLst/>
          </a:prstGeom>
        </p:spPr>
      </p:pic>
      <p:pic>
        <p:nvPicPr>
          <p:cNvPr id="22" name="Picture 21" descr="4373445b41f87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3942" y="1298448"/>
            <a:ext cx="329184" cy="329184"/>
          </a:xfrm>
          <a:prstGeom prst="rect">
            <a:avLst/>
          </a:prstGeom>
        </p:spPr>
      </p:pic>
      <p:pic>
        <p:nvPicPr>
          <p:cNvPr id="23" name="Picture 22" descr="c836e8389e0f6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55130" y="1298448"/>
            <a:ext cx="329184" cy="329184"/>
          </a:xfrm>
          <a:prstGeom prst="rect">
            <a:avLst/>
          </a:prstGeom>
        </p:spPr>
      </p:pic>
      <p:pic>
        <p:nvPicPr>
          <p:cNvPr id="24" name="Picture 23" descr="39caa7f6a397a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16318" y="1298448"/>
            <a:ext cx="329184" cy="329184"/>
          </a:xfrm>
          <a:prstGeom prst="rect">
            <a:avLst/>
          </a:prstGeom>
        </p:spPr>
      </p:pic>
      <p:pic>
        <p:nvPicPr>
          <p:cNvPr id="25" name="Picture 24" descr="8bad83e5b63ef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77506" y="1298448"/>
            <a:ext cx="329184" cy="329184"/>
          </a:xfrm>
          <a:prstGeom prst="rect">
            <a:avLst/>
          </a:prstGeom>
        </p:spPr>
      </p:pic>
      <p:pic>
        <p:nvPicPr>
          <p:cNvPr id="26" name="Picture 25" descr="21b0afac607c7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7310" y="1659636"/>
            <a:ext cx="329184" cy="329184"/>
          </a:xfrm>
          <a:prstGeom prst="rect">
            <a:avLst/>
          </a:prstGeom>
        </p:spPr>
      </p:pic>
      <p:pic>
        <p:nvPicPr>
          <p:cNvPr id="27" name="Picture 26" descr="f542221987651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698498" y="1659636"/>
            <a:ext cx="329184" cy="329184"/>
          </a:xfrm>
          <a:prstGeom prst="rect">
            <a:avLst/>
          </a:prstGeom>
        </p:spPr>
      </p:pic>
      <p:pic>
        <p:nvPicPr>
          <p:cNvPr id="28" name="Picture 27" descr="b62d74e76c3c9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59686" y="1659636"/>
            <a:ext cx="329184" cy="329184"/>
          </a:xfrm>
          <a:prstGeom prst="rect">
            <a:avLst/>
          </a:prstGeom>
        </p:spPr>
      </p:pic>
      <p:pic>
        <p:nvPicPr>
          <p:cNvPr id="29" name="Picture 28" descr="ee3d48f876a92b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20874" y="1659636"/>
            <a:ext cx="329184" cy="329184"/>
          </a:xfrm>
          <a:prstGeom prst="rect">
            <a:avLst/>
          </a:prstGeom>
        </p:spPr>
      </p:pic>
      <p:pic>
        <p:nvPicPr>
          <p:cNvPr id="30" name="Picture 29" descr="657cf9388d8ce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82062" y="1659636"/>
            <a:ext cx="329184" cy="329184"/>
          </a:xfrm>
          <a:prstGeom prst="rect">
            <a:avLst/>
          </a:prstGeom>
        </p:spPr>
      </p:pic>
      <p:pic>
        <p:nvPicPr>
          <p:cNvPr id="31" name="Picture 30" descr="c32a00254067f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43250" y="1659636"/>
            <a:ext cx="329184" cy="329184"/>
          </a:xfrm>
          <a:prstGeom prst="rect">
            <a:avLst/>
          </a:prstGeom>
        </p:spPr>
      </p:pic>
      <p:pic>
        <p:nvPicPr>
          <p:cNvPr id="32" name="Picture 31" descr="8cebe8371b66e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04438" y="1659636"/>
            <a:ext cx="329184" cy="329184"/>
          </a:xfrm>
          <a:prstGeom prst="rect">
            <a:avLst/>
          </a:prstGeom>
        </p:spPr>
      </p:pic>
      <p:pic>
        <p:nvPicPr>
          <p:cNvPr id="33" name="Picture 32" descr="78c8ebf4bc03fb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65626" y="1659636"/>
            <a:ext cx="329184" cy="329184"/>
          </a:xfrm>
          <a:prstGeom prst="rect">
            <a:avLst/>
          </a:prstGeom>
        </p:spPr>
      </p:pic>
      <p:pic>
        <p:nvPicPr>
          <p:cNvPr id="34" name="Picture 33" descr="e0548fb996104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26814" y="1659636"/>
            <a:ext cx="329184" cy="329184"/>
          </a:xfrm>
          <a:prstGeom prst="rect">
            <a:avLst/>
          </a:prstGeom>
        </p:spPr>
      </p:pic>
      <p:pic>
        <p:nvPicPr>
          <p:cNvPr id="35" name="Picture 34" descr="9e56eb8bcd603a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88002" y="1659636"/>
            <a:ext cx="329184" cy="329184"/>
          </a:xfrm>
          <a:prstGeom prst="rect">
            <a:avLst/>
          </a:prstGeom>
        </p:spPr>
      </p:pic>
      <p:pic>
        <p:nvPicPr>
          <p:cNvPr id="36" name="Picture 35" descr="f6754878274023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49190" y="1659636"/>
            <a:ext cx="329184" cy="329184"/>
          </a:xfrm>
          <a:prstGeom prst="rect">
            <a:avLst/>
          </a:prstGeom>
        </p:spPr>
      </p:pic>
      <p:pic>
        <p:nvPicPr>
          <p:cNvPr id="37" name="Picture 36" descr="8395bde974776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10378" y="1659636"/>
            <a:ext cx="329184" cy="329184"/>
          </a:xfrm>
          <a:prstGeom prst="rect">
            <a:avLst/>
          </a:prstGeom>
        </p:spPr>
      </p:pic>
      <p:pic>
        <p:nvPicPr>
          <p:cNvPr id="38" name="Picture 37" descr="5fab4b7b0852e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71566" y="1659636"/>
            <a:ext cx="329184" cy="329184"/>
          </a:xfrm>
          <a:prstGeom prst="rect">
            <a:avLst/>
          </a:prstGeom>
        </p:spPr>
      </p:pic>
      <p:pic>
        <p:nvPicPr>
          <p:cNvPr id="39" name="Picture 38" descr="86f68cfc425c8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32754" y="1659636"/>
            <a:ext cx="329184" cy="329184"/>
          </a:xfrm>
          <a:prstGeom prst="rect">
            <a:avLst/>
          </a:prstGeom>
        </p:spPr>
      </p:pic>
      <p:pic>
        <p:nvPicPr>
          <p:cNvPr id="40" name="Picture 39" descr="1c453b917b8b8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93942" y="1659636"/>
            <a:ext cx="329184" cy="329184"/>
          </a:xfrm>
          <a:prstGeom prst="rect">
            <a:avLst/>
          </a:prstGeom>
        </p:spPr>
      </p:pic>
      <p:pic>
        <p:nvPicPr>
          <p:cNvPr id="41" name="Picture 40" descr="a582e3ae3df0d5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55130" y="1659636"/>
            <a:ext cx="329184" cy="329184"/>
          </a:xfrm>
          <a:prstGeom prst="rect">
            <a:avLst/>
          </a:prstGeom>
        </p:spPr>
      </p:pic>
      <p:pic>
        <p:nvPicPr>
          <p:cNvPr id="42" name="Picture 41" descr="cdd788a6527cc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16318" y="1659636"/>
            <a:ext cx="329184" cy="329184"/>
          </a:xfrm>
          <a:prstGeom prst="rect">
            <a:avLst/>
          </a:prstGeom>
        </p:spPr>
      </p:pic>
      <p:pic>
        <p:nvPicPr>
          <p:cNvPr id="43" name="Picture 42" descr="198dbba7a313d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77506" y="1659636"/>
            <a:ext cx="329184" cy="329184"/>
          </a:xfrm>
          <a:prstGeom prst="rect">
            <a:avLst/>
          </a:prstGeom>
        </p:spPr>
      </p:pic>
      <p:pic>
        <p:nvPicPr>
          <p:cNvPr id="44" name="Picture 43" descr="df71bd450c630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17904" y="2020824"/>
            <a:ext cx="329184" cy="329184"/>
          </a:xfrm>
          <a:prstGeom prst="rect">
            <a:avLst/>
          </a:prstGeom>
        </p:spPr>
      </p:pic>
      <p:pic>
        <p:nvPicPr>
          <p:cNvPr id="45" name="Picture 44" descr="405770c99fe025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79092" y="2020824"/>
            <a:ext cx="329184" cy="329184"/>
          </a:xfrm>
          <a:prstGeom prst="rect">
            <a:avLst/>
          </a:prstGeom>
        </p:spPr>
      </p:pic>
      <p:pic>
        <p:nvPicPr>
          <p:cNvPr id="46" name="Picture 45" descr="8585438ec6161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240280" y="2020824"/>
            <a:ext cx="329184" cy="329184"/>
          </a:xfrm>
          <a:prstGeom prst="rect">
            <a:avLst/>
          </a:prstGeom>
        </p:spPr>
      </p:pic>
      <p:pic>
        <p:nvPicPr>
          <p:cNvPr id="47" name="Picture 46" descr="989d627c7e5c5f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601468" y="2020824"/>
            <a:ext cx="329184" cy="329184"/>
          </a:xfrm>
          <a:prstGeom prst="rect">
            <a:avLst/>
          </a:prstGeom>
        </p:spPr>
      </p:pic>
      <p:pic>
        <p:nvPicPr>
          <p:cNvPr id="48" name="Picture 47" descr="5e71b90c1a383a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962656" y="2020824"/>
            <a:ext cx="329184" cy="329184"/>
          </a:xfrm>
          <a:prstGeom prst="rect">
            <a:avLst/>
          </a:prstGeom>
        </p:spPr>
      </p:pic>
      <p:pic>
        <p:nvPicPr>
          <p:cNvPr id="49" name="Picture 48" descr="5ffe87ffddb317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323844" y="2020824"/>
            <a:ext cx="329184" cy="329184"/>
          </a:xfrm>
          <a:prstGeom prst="rect">
            <a:avLst/>
          </a:prstGeom>
        </p:spPr>
      </p:pic>
      <p:pic>
        <p:nvPicPr>
          <p:cNvPr id="50" name="Picture 49" descr="9945001c00544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85032" y="2020824"/>
            <a:ext cx="329184" cy="329184"/>
          </a:xfrm>
          <a:prstGeom prst="rect">
            <a:avLst/>
          </a:prstGeom>
        </p:spPr>
      </p:pic>
      <p:pic>
        <p:nvPicPr>
          <p:cNvPr id="51" name="Picture 50" descr="774038bbf3e47f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046220" y="2020824"/>
            <a:ext cx="329184" cy="329184"/>
          </a:xfrm>
          <a:prstGeom prst="rect">
            <a:avLst/>
          </a:prstGeom>
        </p:spPr>
      </p:pic>
      <p:pic>
        <p:nvPicPr>
          <p:cNvPr id="52" name="Picture 51" descr="6ab6778f0570f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407408" y="2020824"/>
            <a:ext cx="329184" cy="329184"/>
          </a:xfrm>
          <a:prstGeom prst="rect">
            <a:avLst/>
          </a:prstGeom>
        </p:spPr>
      </p:pic>
      <p:pic>
        <p:nvPicPr>
          <p:cNvPr id="53" name="Picture 52" descr="ecd6cba459b0a4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768596" y="2020824"/>
            <a:ext cx="329184" cy="329184"/>
          </a:xfrm>
          <a:prstGeom prst="rect">
            <a:avLst/>
          </a:prstGeom>
        </p:spPr>
      </p:pic>
      <p:pic>
        <p:nvPicPr>
          <p:cNvPr id="54" name="Picture 53" descr="9f1fa6a768541f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29784" y="2020824"/>
            <a:ext cx="329184" cy="329184"/>
          </a:xfrm>
          <a:prstGeom prst="rect">
            <a:avLst/>
          </a:prstGeom>
        </p:spPr>
      </p:pic>
      <p:pic>
        <p:nvPicPr>
          <p:cNvPr id="55" name="Picture 54" descr="e82ff16a045a6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490972" y="2020824"/>
            <a:ext cx="329184" cy="329184"/>
          </a:xfrm>
          <a:prstGeom prst="rect">
            <a:avLst/>
          </a:prstGeom>
        </p:spPr>
      </p:pic>
      <p:pic>
        <p:nvPicPr>
          <p:cNvPr id="56" name="Picture 55" descr="242fd9407f50b6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2160" y="2020824"/>
            <a:ext cx="329184" cy="329184"/>
          </a:xfrm>
          <a:prstGeom prst="rect">
            <a:avLst/>
          </a:prstGeom>
        </p:spPr>
      </p:pic>
      <p:pic>
        <p:nvPicPr>
          <p:cNvPr id="57" name="Picture 56" descr="83eb1a40ae665c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213348" y="2020824"/>
            <a:ext cx="329184" cy="329184"/>
          </a:xfrm>
          <a:prstGeom prst="rect">
            <a:avLst/>
          </a:prstGeom>
        </p:spPr>
      </p:pic>
      <p:pic>
        <p:nvPicPr>
          <p:cNvPr id="58" name="Picture 57" descr="14d7b8d3e9ffa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574536" y="2020824"/>
            <a:ext cx="329184" cy="329184"/>
          </a:xfrm>
          <a:prstGeom prst="rect">
            <a:avLst/>
          </a:prstGeom>
        </p:spPr>
      </p:pic>
      <p:pic>
        <p:nvPicPr>
          <p:cNvPr id="59" name="Picture 58" descr="5a06707379c34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935724" y="2020824"/>
            <a:ext cx="329184" cy="329184"/>
          </a:xfrm>
          <a:prstGeom prst="rect">
            <a:avLst/>
          </a:prstGeom>
        </p:spPr>
      </p:pic>
      <p:pic>
        <p:nvPicPr>
          <p:cNvPr id="60" name="Picture 59" descr="212263bb71ab68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296912" y="2020824"/>
            <a:ext cx="329184" cy="329184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11480" y="2761488"/>
            <a:ext cx="832104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2834640"/>
            <a:ext cx="804671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1">
                <a:solidFill>
                  <a:srgbClr val="1E2761"/>
                </a:solidFill>
                <a:latin typeface="Aptos"/>
              </a:rPr>
              <a:t>PREMIUM</a:t>
            </a:r>
          </a:p>
        </p:txBody>
      </p:sp>
      <p:pic>
        <p:nvPicPr>
          <p:cNvPr id="63" name="Picture 62" descr="b1d28f0a899570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6122" y="3072384"/>
            <a:ext cx="329184" cy="329184"/>
          </a:xfrm>
          <a:prstGeom prst="rect">
            <a:avLst/>
          </a:prstGeom>
        </p:spPr>
      </p:pic>
      <p:pic>
        <p:nvPicPr>
          <p:cNvPr id="64" name="Picture 63" descr="9ea688ef1daa93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337310" y="3072384"/>
            <a:ext cx="329184" cy="329184"/>
          </a:xfrm>
          <a:prstGeom prst="rect">
            <a:avLst/>
          </a:prstGeom>
        </p:spPr>
      </p:pic>
      <p:pic>
        <p:nvPicPr>
          <p:cNvPr id="65" name="Picture 64" descr="9ed23802871b91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698498" y="3072384"/>
            <a:ext cx="329184" cy="329184"/>
          </a:xfrm>
          <a:prstGeom prst="rect">
            <a:avLst/>
          </a:prstGeom>
        </p:spPr>
      </p:pic>
      <p:pic>
        <p:nvPicPr>
          <p:cNvPr id="66" name="Picture 65" descr="bec64d31584c47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059686" y="3072384"/>
            <a:ext cx="329184" cy="329184"/>
          </a:xfrm>
          <a:prstGeom prst="rect">
            <a:avLst/>
          </a:prstGeom>
        </p:spPr>
      </p:pic>
      <p:pic>
        <p:nvPicPr>
          <p:cNvPr id="67" name="Picture 66" descr="f47a06a8a39fd4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420874" y="3072384"/>
            <a:ext cx="329184" cy="329184"/>
          </a:xfrm>
          <a:prstGeom prst="rect">
            <a:avLst/>
          </a:prstGeom>
        </p:spPr>
      </p:pic>
      <p:pic>
        <p:nvPicPr>
          <p:cNvPr id="68" name="Picture 67" descr="4a1951e865a268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782062" y="3072384"/>
            <a:ext cx="329184" cy="329184"/>
          </a:xfrm>
          <a:prstGeom prst="rect">
            <a:avLst/>
          </a:prstGeom>
        </p:spPr>
      </p:pic>
      <p:pic>
        <p:nvPicPr>
          <p:cNvPr id="69" name="Picture 68" descr="c9d00a50a0af81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143250" y="3072384"/>
            <a:ext cx="329184" cy="329184"/>
          </a:xfrm>
          <a:prstGeom prst="rect">
            <a:avLst/>
          </a:prstGeom>
        </p:spPr>
      </p:pic>
      <p:pic>
        <p:nvPicPr>
          <p:cNvPr id="70" name="Picture 69" descr="0f227b8364eb72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504438" y="3072384"/>
            <a:ext cx="329184" cy="329184"/>
          </a:xfrm>
          <a:prstGeom prst="rect">
            <a:avLst/>
          </a:prstGeom>
        </p:spPr>
      </p:pic>
      <p:pic>
        <p:nvPicPr>
          <p:cNvPr id="71" name="Picture 70" descr="9dbcae45e653e0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865626" y="3072384"/>
            <a:ext cx="329184" cy="329184"/>
          </a:xfrm>
          <a:prstGeom prst="rect">
            <a:avLst/>
          </a:prstGeom>
        </p:spPr>
      </p:pic>
      <p:pic>
        <p:nvPicPr>
          <p:cNvPr id="72" name="Picture 71" descr="3b06f6bafc9b56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226814" y="3072384"/>
            <a:ext cx="329184" cy="329184"/>
          </a:xfrm>
          <a:prstGeom prst="rect">
            <a:avLst/>
          </a:prstGeom>
        </p:spPr>
      </p:pic>
      <p:pic>
        <p:nvPicPr>
          <p:cNvPr id="73" name="Picture 72" descr="a9c6a17d22ef43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588002" y="3072384"/>
            <a:ext cx="329184" cy="329184"/>
          </a:xfrm>
          <a:prstGeom prst="rect">
            <a:avLst/>
          </a:prstGeom>
        </p:spPr>
      </p:pic>
      <p:pic>
        <p:nvPicPr>
          <p:cNvPr id="74" name="Picture 73" descr="87eab4ecf4dcf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949190" y="3072384"/>
            <a:ext cx="329184" cy="329184"/>
          </a:xfrm>
          <a:prstGeom prst="rect">
            <a:avLst/>
          </a:prstGeom>
        </p:spPr>
      </p:pic>
      <p:pic>
        <p:nvPicPr>
          <p:cNvPr id="75" name="Picture 74" descr="39caa7f6a397a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10378" y="3072384"/>
            <a:ext cx="329184" cy="329184"/>
          </a:xfrm>
          <a:prstGeom prst="rect">
            <a:avLst/>
          </a:prstGeom>
        </p:spPr>
      </p:pic>
      <p:pic>
        <p:nvPicPr>
          <p:cNvPr id="76" name="Picture 75" descr="dc2c4f7bb7767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671566" y="3072384"/>
            <a:ext cx="329184" cy="329184"/>
          </a:xfrm>
          <a:prstGeom prst="rect">
            <a:avLst/>
          </a:prstGeom>
        </p:spPr>
      </p:pic>
      <p:pic>
        <p:nvPicPr>
          <p:cNvPr id="77" name="Picture 76" descr="10b66ac3ba207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32754" y="3072384"/>
            <a:ext cx="329184" cy="329184"/>
          </a:xfrm>
          <a:prstGeom prst="rect">
            <a:avLst/>
          </a:prstGeom>
        </p:spPr>
      </p:pic>
      <p:pic>
        <p:nvPicPr>
          <p:cNvPr id="78" name="Picture 77" descr="8665334102e0d7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393942" y="3072384"/>
            <a:ext cx="329184" cy="329184"/>
          </a:xfrm>
          <a:prstGeom prst="rect">
            <a:avLst/>
          </a:prstGeom>
        </p:spPr>
      </p:pic>
      <p:pic>
        <p:nvPicPr>
          <p:cNvPr id="79" name="Picture 78" descr="6ea8427724a337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755130" y="3072384"/>
            <a:ext cx="329184" cy="329184"/>
          </a:xfrm>
          <a:prstGeom prst="rect">
            <a:avLst/>
          </a:prstGeom>
        </p:spPr>
      </p:pic>
      <p:pic>
        <p:nvPicPr>
          <p:cNvPr id="80" name="Picture 79" descr="e0a50b41a2ae99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116318" y="3072384"/>
            <a:ext cx="329184" cy="329184"/>
          </a:xfrm>
          <a:prstGeom prst="rect">
            <a:avLst/>
          </a:prstGeom>
        </p:spPr>
      </p:pic>
      <p:pic>
        <p:nvPicPr>
          <p:cNvPr id="81" name="Picture 80" descr="9f342d053b1cb0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477506" y="3072384"/>
            <a:ext cx="329184" cy="329184"/>
          </a:xfrm>
          <a:prstGeom prst="rect">
            <a:avLst/>
          </a:prstGeom>
        </p:spPr>
      </p:pic>
      <p:pic>
        <p:nvPicPr>
          <p:cNvPr id="82" name="Picture 81" descr="bc43ef3944c0c9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838694" y="3072384"/>
            <a:ext cx="329184" cy="329184"/>
          </a:xfrm>
          <a:prstGeom prst="rect">
            <a:avLst/>
          </a:prstGeom>
        </p:spPr>
      </p:pic>
      <p:pic>
        <p:nvPicPr>
          <p:cNvPr id="83" name="Picture 82" descr="1b4a9d78eb2468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76122" y="3433572"/>
            <a:ext cx="329184" cy="329184"/>
          </a:xfrm>
          <a:prstGeom prst="rect">
            <a:avLst/>
          </a:prstGeom>
        </p:spPr>
      </p:pic>
      <p:pic>
        <p:nvPicPr>
          <p:cNvPr id="84" name="Picture 83" descr="49a17dbc9c4834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337310" y="3433572"/>
            <a:ext cx="329184" cy="329184"/>
          </a:xfrm>
          <a:prstGeom prst="rect">
            <a:avLst/>
          </a:prstGeom>
        </p:spPr>
      </p:pic>
      <p:pic>
        <p:nvPicPr>
          <p:cNvPr id="85" name="Picture 84" descr="27dfc79f2b4f9f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698498" y="3433572"/>
            <a:ext cx="329184" cy="329184"/>
          </a:xfrm>
          <a:prstGeom prst="rect">
            <a:avLst/>
          </a:prstGeom>
        </p:spPr>
      </p:pic>
      <p:pic>
        <p:nvPicPr>
          <p:cNvPr id="86" name="Picture 85" descr="7cacbd3a7114d1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059686" y="3433572"/>
            <a:ext cx="329184" cy="329184"/>
          </a:xfrm>
          <a:prstGeom prst="rect">
            <a:avLst/>
          </a:prstGeom>
        </p:spPr>
      </p:pic>
      <p:pic>
        <p:nvPicPr>
          <p:cNvPr id="87" name="Picture 86" descr="42785a6849d3d1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2420874" y="3433572"/>
            <a:ext cx="329184" cy="329184"/>
          </a:xfrm>
          <a:prstGeom prst="rect">
            <a:avLst/>
          </a:prstGeom>
        </p:spPr>
      </p:pic>
      <p:pic>
        <p:nvPicPr>
          <p:cNvPr id="88" name="Picture 87" descr="48237cf429b70e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782062" y="3433572"/>
            <a:ext cx="329184" cy="329184"/>
          </a:xfrm>
          <a:prstGeom prst="rect">
            <a:avLst/>
          </a:prstGeom>
        </p:spPr>
      </p:pic>
      <p:pic>
        <p:nvPicPr>
          <p:cNvPr id="89" name="Picture 88" descr="2af782c34a890c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143250" y="3433572"/>
            <a:ext cx="329184" cy="329184"/>
          </a:xfrm>
          <a:prstGeom prst="rect">
            <a:avLst/>
          </a:prstGeom>
        </p:spPr>
      </p:pic>
      <p:pic>
        <p:nvPicPr>
          <p:cNvPr id="90" name="Picture 89" descr="5cac535b4316bc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3504438" y="3433572"/>
            <a:ext cx="329184" cy="329184"/>
          </a:xfrm>
          <a:prstGeom prst="rect">
            <a:avLst/>
          </a:prstGeom>
        </p:spPr>
      </p:pic>
      <p:pic>
        <p:nvPicPr>
          <p:cNvPr id="91" name="Picture 90" descr="d98638167aa827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865626" y="3433572"/>
            <a:ext cx="329184" cy="329184"/>
          </a:xfrm>
          <a:prstGeom prst="rect">
            <a:avLst/>
          </a:prstGeom>
        </p:spPr>
      </p:pic>
      <p:pic>
        <p:nvPicPr>
          <p:cNvPr id="92" name="Picture 91" descr="f43a90281212e1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226814" y="3433572"/>
            <a:ext cx="329184" cy="329184"/>
          </a:xfrm>
          <a:prstGeom prst="rect">
            <a:avLst/>
          </a:prstGeom>
        </p:spPr>
      </p:pic>
      <p:pic>
        <p:nvPicPr>
          <p:cNvPr id="93" name="Picture 92" descr="bf68a99cf8051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4588002" y="3433572"/>
            <a:ext cx="329184" cy="329184"/>
          </a:xfrm>
          <a:prstGeom prst="rect">
            <a:avLst/>
          </a:prstGeom>
        </p:spPr>
      </p:pic>
      <p:pic>
        <p:nvPicPr>
          <p:cNvPr id="94" name="Picture 93" descr="6846cd793bcbc0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4949190" y="3433572"/>
            <a:ext cx="329184" cy="329184"/>
          </a:xfrm>
          <a:prstGeom prst="rect">
            <a:avLst/>
          </a:prstGeom>
        </p:spPr>
      </p:pic>
      <p:pic>
        <p:nvPicPr>
          <p:cNvPr id="95" name="Picture 94" descr="0b67be0062c603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5310378" y="3433572"/>
            <a:ext cx="329184" cy="329184"/>
          </a:xfrm>
          <a:prstGeom prst="rect">
            <a:avLst/>
          </a:prstGeom>
        </p:spPr>
      </p:pic>
      <p:pic>
        <p:nvPicPr>
          <p:cNvPr id="96" name="Picture 95" descr="d0689d3dcac31e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671566" y="3433572"/>
            <a:ext cx="329184" cy="329184"/>
          </a:xfrm>
          <a:prstGeom prst="rect">
            <a:avLst/>
          </a:prstGeom>
        </p:spPr>
      </p:pic>
      <p:pic>
        <p:nvPicPr>
          <p:cNvPr id="97" name="Picture 96" descr="e645bd146318d7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032754" y="3433572"/>
            <a:ext cx="329184" cy="329184"/>
          </a:xfrm>
          <a:prstGeom prst="rect">
            <a:avLst/>
          </a:prstGeom>
        </p:spPr>
      </p:pic>
      <p:pic>
        <p:nvPicPr>
          <p:cNvPr id="98" name="Picture 97" descr="c347ccc2f1b8e8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393942" y="3433572"/>
            <a:ext cx="329184" cy="329184"/>
          </a:xfrm>
          <a:prstGeom prst="rect">
            <a:avLst/>
          </a:prstGeom>
        </p:spPr>
      </p:pic>
      <p:pic>
        <p:nvPicPr>
          <p:cNvPr id="99" name="Picture 98" descr="775618c3d0fcf5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6755130" y="3433572"/>
            <a:ext cx="329184" cy="329184"/>
          </a:xfrm>
          <a:prstGeom prst="rect">
            <a:avLst/>
          </a:prstGeom>
        </p:spPr>
      </p:pic>
      <p:pic>
        <p:nvPicPr>
          <p:cNvPr id="100" name="Picture 99" descr="2b7f1c28c881fe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7116318" y="3433572"/>
            <a:ext cx="329184" cy="329184"/>
          </a:xfrm>
          <a:prstGeom prst="rect">
            <a:avLst/>
          </a:prstGeom>
        </p:spPr>
      </p:pic>
      <p:pic>
        <p:nvPicPr>
          <p:cNvPr id="101" name="Picture 100" descr="eadce03ebd9e53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7477506" y="3433572"/>
            <a:ext cx="329184" cy="329184"/>
          </a:xfrm>
          <a:prstGeom prst="rect">
            <a:avLst/>
          </a:prstGeom>
        </p:spPr>
      </p:pic>
      <p:pic>
        <p:nvPicPr>
          <p:cNvPr id="102" name="Picture 101" descr="5695702bc920b5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7838694" y="3433572"/>
            <a:ext cx="329184" cy="329184"/>
          </a:xfrm>
          <a:prstGeom prst="rect">
            <a:avLst/>
          </a:prstGeom>
        </p:spPr>
      </p:pic>
      <p:pic>
        <p:nvPicPr>
          <p:cNvPr id="103" name="Picture 102" descr="c8d0b81b7a83ca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1337310" y="3794760"/>
            <a:ext cx="329184" cy="329184"/>
          </a:xfrm>
          <a:prstGeom prst="rect">
            <a:avLst/>
          </a:prstGeom>
        </p:spPr>
      </p:pic>
      <p:pic>
        <p:nvPicPr>
          <p:cNvPr id="104" name="Picture 103" descr="8196cb35ce266d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1698498" y="3794760"/>
            <a:ext cx="329184" cy="329184"/>
          </a:xfrm>
          <a:prstGeom prst="rect">
            <a:avLst/>
          </a:prstGeom>
        </p:spPr>
      </p:pic>
      <p:pic>
        <p:nvPicPr>
          <p:cNvPr id="105" name="Picture 104" descr="f2a7012085d60d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2059686" y="3794760"/>
            <a:ext cx="329184" cy="329184"/>
          </a:xfrm>
          <a:prstGeom prst="rect">
            <a:avLst/>
          </a:prstGeom>
        </p:spPr>
      </p:pic>
      <p:pic>
        <p:nvPicPr>
          <p:cNvPr id="106" name="Picture 105" descr="db689b1a421e02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2420874" y="3794760"/>
            <a:ext cx="329184" cy="329184"/>
          </a:xfrm>
          <a:prstGeom prst="rect">
            <a:avLst/>
          </a:prstGeom>
        </p:spPr>
      </p:pic>
      <p:pic>
        <p:nvPicPr>
          <p:cNvPr id="107" name="Picture 106" descr="7abd0e02924324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2782062" y="3794760"/>
            <a:ext cx="329184" cy="329184"/>
          </a:xfrm>
          <a:prstGeom prst="rect">
            <a:avLst/>
          </a:prstGeom>
        </p:spPr>
      </p:pic>
      <p:pic>
        <p:nvPicPr>
          <p:cNvPr id="108" name="Picture 107" descr="d5142f6627f9b1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143250" y="3794760"/>
            <a:ext cx="329184" cy="329184"/>
          </a:xfrm>
          <a:prstGeom prst="rect">
            <a:avLst/>
          </a:prstGeom>
        </p:spPr>
      </p:pic>
      <p:pic>
        <p:nvPicPr>
          <p:cNvPr id="109" name="Picture 108" descr="df9ea22f69058c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504438" y="3794760"/>
            <a:ext cx="329184" cy="329184"/>
          </a:xfrm>
          <a:prstGeom prst="rect">
            <a:avLst/>
          </a:prstGeom>
        </p:spPr>
      </p:pic>
      <p:pic>
        <p:nvPicPr>
          <p:cNvPr id="110" name="Picture 109" descr="3d43943254b425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865626" y="3794760"/>
            <a:ext cx="329184" cy="329184"/>
          </a:xfrm>
          <a:prstGeom prst="rect">
            <a:avLst/>
          </a:prstGeom>
        </p:spPr>
      </p:pic>
      <p:pic>
        <p:nvPicPr>
          <p:cNvPr id="111" name="Picture 110" descr="e7dfd7c53b3e8b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4226814" y="3794760"/>
            <a:ext cx="329184" cy="329184"/>
          </a:xfrm>
          <a:prstGeom prst="rect">
            <a:avLst/>
          </a:prstGeom>
        </p:spPr>
      </p:pic>
      <p:pic>
        <p:nvPicPr>
          <p:cNvPr id="112" name="Picture 111" descr="e5a7f786509a87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588002" y="3794760"/>
            <a:ext cx="329184" cy="329184"/>
          </a:xfrm>
          <a:prstGeom prst="rect">
            <a:avLst/>
          </a:prstGeom>
        </p:spPr>
      </p:pic>
      <p:pic>
        <p:nvPicPr>
          <p:cNvPr id="113" name="Picture 112" descr="e539effda0539b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949190" y="3794760"/>
            <a:ext cx="329184" cy="329184"/>
          </a:xfrm>
          <a:prstGeom prst="rect">
            <a:avLst/>
          </a:prstGeom>
        </p:spPr>
      </p:pic>
      <p:pic>
        <p:nvPicPr>
          <p:cNvPr id="114" name="Picture 113" descr="56e20fc6b354b6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5310378" y="3794760"/>
            <a:ext cx="329184" cy="329184"/>
          </a:xfrm>
          <a:prstGeom prst="rect">
            <a:avLst/>
          </a:prstGeom>
        </p:spPr>
      </p:pic>
      <p:pic>
        <p:nvPicPr>
          <p:cNvPr id="115" name="Picture 114" descr="442d5cff7d3a47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5671566" y="3794760"/>
            <a:ext cx="329184" cy="329184"/>
          </a:xfrm>
          <a:prstGeom prst="rect">
            <a:avLst/>
          </a:prstGeom>
        </p:spPr>
      </p:pic>
      <p:pic>
        <p:nvPicPr>
          <p:cNvPr id="116" name="Picture 115" descr="44d7d119fa678d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6032754" y="3794760"/>
            <a:ext cx="329184" cy="329184"/>
          </a:xfrm>
          <a:prstGeom prst="rect">
            <a:avLst/>
          </a:prstGeom>
        </p:spPr>
      </p:pic>
      <p:pic>
        <p:nvPicPr>
          <p:cNvPr id="117" name="Picture 116" descr="b7ef842e267144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6393942" y="3794760"/>
            <a:ext cx="329184" cy="329184"/>
          </a:xfrm>
          <a:prstGeom prst="rect">
            <a:avLst/>
          </a:prstGeom>
        </p:spPr>
      </p:pic>
      <p:pic>
        <p:nvPicPr>
          <p:cNvPr id="118" name="Picture 117" descr="ff30f1fc5baabc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6755130" y="3794760"/>
            <a:ext cx="329184" cy="329184"/>
          </a:xfrm>
          <a:prstGeom prst="rect">
            <a:avLst/>
          </a:prstGeom>
        </p:spPr>
      </p:pic>
      <p:pic>
        <p:nvPicPr>
          <p:cNvPr id="119" name="Picture 118" descr="58966b394675b2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116318" y="3794760"/>
            <a:ext cx="329184" cy="329184"/>
          </a:xfrm>
          <a:prstGeom prst="rect">
            <a:avLst/>
          </a:prstGeom>
        </p:spPr>
      </p:pic>
      <p:pic>
        <p:nvPicPr>
          <p:cNvPr id="120" name="Picture 119" descr="a4267455332eab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7477506" y="3794760"/>
            <a:ext cx="329184" cy="329184"/>
          </a:xfrm>
          <a:prstGeom prst="rect">
            <a:avLst/>
          </a:prstGeom>
        </p:spPr>
      </p:pic>
      <p:sp>
        <p:nvSpPr>
          <p:cNvPr id="121" name="Rectangle 120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29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Total Standard: 55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532120" y="4800600"/>
            <a:ext cx="3108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ptos"/>
              </a:rPr>
              <a:t>Total Premium: 71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63240" y="4791456"/>
            <a:ext cx="30175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Icons shown: 53 standard / 58 premium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